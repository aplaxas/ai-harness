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a9107857b24b1c" /><Relationship Type="http://schemas.openxmlformats.org/officeDocument/2006/relationships/extended-properties" Target="/docProps/app.xml" Id="R47b9e23fc20e4144" /><Relationship Type="http://schemas.openxmlformats.org/officeDocument/2006/relationships/officeDocument" Target="/ppt/presentation.xml" Id="R3265174ac4be4f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60eb5fe25e44dd"/>
  </p:sldMasterIdLst>
  <p:notesMasterIdLst>
    <p:notesMasterId xmlns:r="http://schemas.openxmlformats.org/officeDocument/2006/relationships" r:id="Re47897d395164a13"/>
  </p:notesMasterIdLst>
  <p:sldIdLst>
    <p:sldId xmlns:r="http://schemas.openxmlformats.org/officeDocument/2006/relationships" id="256" r:id="R5f3d143cff6e487c"/>
    <p:sldId xmlns:r="http://schemas.openxmlformats.org/officeDocument/2006/relationships" id="257" r:id="R45d1c3d856f84f2e"/>
    <p:sldId xmlns:r="http://schemas.openxmlformats.org/officeDocument/2006/relationships" id="258" r:id="Rea6a08a3728b4ce1"/>
    <p:sldId xmlns:r="http://schemas.openxmlformats.org/officeDocument/2006/relationships" id="259" r:id="Rb0a7de57ffd64717"/>
    <p:sldId xmlns:r="http://schemas.openxmlformats.org/officeDocument/2006/relationships" id="260" r:id="R1446c0e953804696"/>
    <p:sldId xmlns:r="http://schemas.openxmlformats.org/officeDocument/2006/relationships" id="261" r:id="Rb5f6fb93e83147fc"/>
    <p:sldId xmlns:r="http://schemas.openxmlformats.org/officeDocument/2006/relationships" id="262" r:id="R341c7d7526884bd5"/>
    <p:sldId xmlns:r="http://schemas.openxmlformats.org/officeDocument/2006/relationships" id="263" r:id="Rc6ce4d7ed1ea4558"/>
    <p:sldId xmlns:r="http://schemas.openxmlformats.org/officeDocument/2006/relationships" id="264" r:id="Rb47839d37c194a1e"/>
    <p:sldId xmlns:r="http://schemas.openxmlformats.org/officeDocument/2006/relationships" id="265" r:id="R54edf2a3675046bc"/>
    <p:sldId xmlns:r="http://schemas.openxmlformats.org/officeDocument/2006/relationships" id="266" r:id="Rcb97874836ea4a7c"/>
    <p:sldId xmlns:r="http://schemas.openxmlformats.org/officeDocument/2006/relationships" id="267" r:id="R213f8ad239b84ad7"/>
    <p:sldId xmlns:r="http://schemas.openxmlformats.org/officeDocument/2006/relationships" id="268" r:id="Rff4f3e56e9064572"/>
    <p:sldId xmlns:r="http://schemas.openxmlformats.org/officeDocument/2006/relationships" id="269" r:id="R952b0373931d4b01"/>
    <p:sldId xmlns:r="http://schemas.openxmlformats.org/officeDocument/2006/relationships" id="270" r:id="R78ecc566f772472c"/>
    <p:sldId xmlns:r="http://schemas.openxmlformats.org/officeDocument/2006/relationships" id="271" r:id="R07de3650c0dd4d7e"/>
    <p:sldId xmlns:r="http://schemas.openxmlformats.org/officeDocument/2006/relationships" id="272" r:id="R748047fa13bb41a9"/>
    <p:sldId xmlns:r="http://schemas.openxmlformats.org/officeDocument/2006/relationships" id="273" r:id="R4c9f7fa6079e4050"/>
    <p:sldId xmlns:r="http://schemas.openxmlformats.org/officeDocument/2006/relationships" id="274" r:id="R3332d7649205442b"/>
    <p:sldId xmlns:r="http://schemas.openxmlformats.org/officeDocument/2006/relationships" id="275" r:id="R967f7f6abf614379"/>
    <p:sldId xmlns:r="http://schemas.openxmlformats.org/officeDocument/2006/relationships" id="276" r:id="R18f1eb76d4f74188"/>
    <p:sldId xmlns:r="http://schemas.openxmlformats.org/officeDocument/2006/relationships" id="277" r:id="Raca5430a45fa4127"/>
    <p:sldId xmlns:r="http://schemas.openxmlformats.org/officeDocument/2006/relationships" id="278" r:id="R5a054db2ebfc4356"/>
    <p:sldId xmlns:r="http://schemas.openxmlformats.org/officeDocument/2006/relationships" id="279" r:id="Rf8847a79540f4408"/>
    <p:sldId xmlns:r="http://schemas.openxmlformats.org/officeDocument/2006/relationships" id="280" r:id="Re153cf8e54834d43"/>
    <p:sldId xmlns:r="http://schemas.openxmlformats.org/officeDocument/2006/relationships" id="281" r:id="Rd5e2292a02bf4fd3"/>
    <p:sldId xmlns:r="http://schemas.openxmlformats.org/officeDocument/2006/relationships" id="282" r:id="R92ad55a183284b56"/>
    <p:sldId xmlns:r="http://schemas.openxmlformats.org/officeDocument/2006/relationships" id="283" r:id="R3ab7b699b73f47ef"/>
    <p:sldId xmlns:r="http://schemas.openxmlformats.org/officeDocument/2006/relationships" id="284" r:id="R8143066e56ca423f"/>
    <p:sldId xmlns:r="http://schemas.openxmlformats.org/officeDocument/2006/relationships" id="285" r:id="R72a26950951b4727"/>
    <p:sldId xmlns:r="http://schemas.openxmlformats.org/officeDocument/2006/relationships" id="286" r:id="R8531aab49b7842c3"/>
    <p:sldId xmlns:r="http://schemas.openxmlformats.org/officeDocument/2006/relationships" id="287" r:id="Rf56bc273bd1b451b"/>
    <p:sldId xmlns:r="http://schemas.openxmlformats.org/officeDocument/2006/relationships" id="288" r:id="R462a251c58da4284"/>
    <p:sldId xmlns:r="http://schemas.openxmlformats.org/officeDocument/2006/relationships" id="289" r:id="R13cdcfb200e448fc"/>
    <p:sldId xmlns:r="http://schemas.openxmlformats.org/officeDocument/2006/relationships" id="290" r:id="Re696a5ff89024588"/>
    <p:sldId xmlns:r="http://schemas.openxmlformats.org/officeDocument/2006/relationships" id="291" r:id="Rb79c81a36eed483e"/>
    <p:sldId xmlns:r="http://schemas.openxmlformats.org/officeDocument/2006/relationships" id="292" r:id="Rda3d4b21470e4a84"/>
    <p:sldId xmlns:r="http://schemas.openxmlformats.org/officeDocument/2006/relationships" id="293" r:id="R22d76110a7404a44"/>
    <p:sldId xmlns:r="http://schemas.openxmlformats.org/officeDocument/2006/relationships" id="294" r:id="R0b646aa53f5c4e78"/>
    <p:sldId xmlns:r="http://schemas.openxmlformats.org/officeDocument/2006/relationships" id="295" r:id="R29db01dd334c4994"/>
    <p:sldId xmlns:r="http://schemas.openxmlformats.org/officeDocument/2006/relationships" id="296" r:id="R9f4d31f447304d2a"/>
    <p:sldId xmlns:r="http://schemas.openxmlformats.org/officeDocument/2006/relationships" id="297" r:id="Rd66960639cd648f8"/>
    <p:sldId xmlns:r="http://schemas.openxmlformats.org/officeDocument/2006/relationships" id="298" r:id="R4c58fe6c1b0d44b1"/>
    <p:sldId xmlns:r="http://schemas.openxmlformats.org/officeDocument/2006/relationships" id="299" r:id="R2efacc36c1704d02"/>
    <p:sldId xmlns:r="http://schemas.openxmlformats.org/officeDocument/2006/relationships" id="300" r:id="R382d786cd6b843dc"/>
    <p:sldId xmlns:r="http://schemas.openxmlformats.org/officeDocument/2006/relationships" id="301" r:id="R4b1a25b4f2e94395"/>
    <p:sldId xmlns:r="http://schemas.openxmlformats.org/officeDocument/2006/relationships" id="302" r:id="R2633819a3731496a"/>
    <p:sldId xmlns:r="http://schemas.openxmlformats.org/officeDocument/2006/relationships" id="303" r:id="R2cf3a3ddb2344da8"/>
    <p:sldId xmlns:r="http://schemas.openxmlformats.org/officeDocument/2006/relationships" id="304" r:id="Rbfcbbe70271545db"/>
    <p:sldId xmlns:r="http://schemas.openxmlformats.org/officeDocument/2006/relationships" id="305" r:id="R1cdf3164d0aa4d42"/>
    <p:sldId xmlns:r="http://schemas.openxmlformats.org/officeDocument/2006/relationships" id="306" r:id="R9429264806f04cf9"/>
    <p:sldId xmlns:r="http://schemas.openxmlformats.org/officeDocument/2006/relationships" id="307" r:id="R41accd3655ed4c96"/>
    <p:sldId xmlns:r="http://schemas.openxmlformats.org/officeDocument/2006/relationships" id="308" r:id="R6df2adc5433a4e3b"/>
    <p:sldId xmlns:r="http://schemas.openxmlformats.org/officeDocument/2006/relationships" id="309" r:id="R149ee569dfc74f8d"/>
    <p:sldId xmlns:r="http://schemas.openxmlformats.org/officeDocument/2006/relationships" id="310" r:id="R783b50d0ec7a4151"/>
    <p:sldId xmlns:r="http://schemas.openxmlformats.org/officeDocument/2006/relationships" id="311" r:id="Rd8fbcd308c314fc3"/>
    <p:sldId xmlns:r="http://schemas.openxmlformats.org/officeDocument/2006/relationships" id="312" r:id="Ra37943a6e193471a"/>
    <p:sldId xmlns:r="http://schemas.openxmlformats.org/officeDocument/2006/relationships" id="313" r:id="R3d86654c1c0a47b2"/>
    <p:sldId xmlns:r="http://schemas.openxmlformats.org/officeDocument/2006/relationships" id="314" r:id="R06409279af864748"/>
    <p:sldId xmlns:r="http://schemas.openxmlformats.org/officeDocument/2006/relationships" id="315" r:id="R97ff3e2d8d054b99"/>
    <p:sldId xmlns:r="http://schemas.openxmlformats.org/officeDocument/2006/relationships" id="316" r:id="Refa3211ad4284408"/>
    <p:sldId xmlns:r="http://schemas.openxmlformats.org/officeDocument/2006/relationships" id="317" r:id="Re8988390477f403c"/>
    <p:sldId xmlns:r="http://schemas.openxmlformats.org/officeDocument/2006/relationships" id="318" r:id="Rfd55e79000ff48f1"/>
    <p:sldId xmlns:r="http://schemas.openxmlformats.org/officeDocument/2006/relationships" id="319" r:id="Rf76b3fb187704c1c"/>
    <p:sldId xmlns:r="http://schemas.openxmlformats.org/officeDocument/2006/relationships" id="320" r:id="R04296037e42143a9"/>
    <p:sldId xmlns:r="http://schemas.openxmlformats.org/officeDocument/2006/relationships" id="321" r:id="R9b6af183cb714247"/>
    <p:sldId xmlns:r="http://schemas.openxmlformats.org/officeDocument/2006/relationships" id="322" r:id="Rbc2498b094cc4439"/>
    <p:sldId xmlns:r="http://schemas.openxmlformats.org/officeDocument/2006/relationships" id="323" r:id="Rfa352161db7b47e9"/>
    <p:sldId xmlns:r="http://schemas.openxmlformats.org/officeDocument/2006/relationships" id="324" r:id="R27a0f075663f48d8"/>
    <p:sldId xmlns:r="http://schemas.openxmlformats.org/officeDocument/2006/relationships" id="325" r:id="Ra4ab3814dd1643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78f9250ff0423a" /><Relationship Type="http://schemas.openxmlformats.org/officeDocument/2006/relationships/slideMaster" Target="/ppt/slideMasters/slideMaster1.xml" Id="R7d60eb5fe25e44dd" /><Relationship Type="http://schemas.openxmlformats.org/officeDocument/2006/relationships/notesMaster" Target="/ppt/notesMasters/notesMaster1.xml" Id="Re47897d395164a13" /><Relationship Type="http://schemas.openxmlformats.org/officeDocument/2006/relationships/presProps" Target="/ppt/presProps.xml" Id="R0e53cc0c731843df" /><Relationship Type="http://schemas.openxmlformats.org/officeDocument/2006/relationships/tableStyles" Target="/ppt/tableStyles.xml" Id="Rfe70fe428b4b4878" /><Relationship Type="http://schemas.openxmlformats.org/officeDocument/2006/relationships/slide" Target="/ppt/slides/slide1.xml" Id="R5f3d143cff6e487c" /><Relationship Type="http://schemas.openxmlformats.org/officeDocument/2006/relationships/slide" Target="/ppt/slides/slide2.xml" Id="R45d1c3d856f84f2e" /><Relationship Type="http://schemas.openxmlformats.org/officeDocument/2006/relationships/slide" Target="/ppt/slides/slide3.xml" Id="Rea6a08a3728b4ce1" /><Relationship Type="http://schemas.openxmlformats.org/officeDocument/2006/relationships/slide" Target="/ppt/slides/slide4.xml" Id="Rb0a7de57ffd64717" /><Relationship Type="http://schemas.openxmlformats.org/officeDocument/2006/relationships/slide" Target="/ppt/slides/slide5.xml" Id="R1446c0e953804696" /><Relationship Type="http://schemas.openxmlformats.org/officeDocument/2006/relationships/slide" Target="/ppt/slides/slide6.xml" Id="Rb5f6fb93e83147fc" /><Relationship Type="http://schemas.openxmlformats.org/officeDocument/2006/relationships/slide" Target="/ppt/slides/slide7.xml" Id="R341c7d7526884bd5" /><Relationship Type="http://schemas.openxmlformats.org/officeDocument/2006/relationships/slide" Target="/ppt/slides/slide8.xml" Id="Rc6ce4d7ed1ea4558" /><Relationship Type="http://schemas.openxmlformats.org/officeDocument/2006/relationships/slide" Target="/ppt/slides/slide9.xml" Id="Rb47839d37c194a1e" /><Relationship Type="http://schemas.openxmlformats.org/officeDocument/2006/relationships/slide" Target="/ppt/slides/slide10.xml" Id="R54edf2a3675046bc" /><Relationship Type="http://schemas.openxmlformats.org/officeDocument/2006/relationships/slide" Target="/ppt/slides/slide11.xml" Id="Rcb97874836ea4a7c" /><Relationship Type="http://schemas.openxmlformats.org/officeDocument/2006/relationships/slide" Target="/ppt/slides/slide12.xml" Id="R213f8ad239b84ad7" /><Relationship Type="http://schemas.openxmlformats.org/officeDocument/2006/relationships/slide" Target="/ppt/slides/slide13.xml" Id="Rff4f3e56e9064572" /><Relationship Type="http://schemas.openxmlformats.org/officeDocument/2006/relationships/slide" Target="/ppt/slides/slide14.xml" Id="R952b0373931d4b01" /><Relationship Type="http://schemas.openxmlformats.org/officeDocument/2006/relationships/slide" Target="/ppt/slides/slide15.xml" Id="R78ecc566f772472c" /><Relationship Type="http://schemas.openxmlformats.org/officeDocument/2006/relationships/slide" Target="/ppt/slides/slide16.xml" Id="R07de3650c0dd4d7e" /><Relationship Type="http://schemas.openxmlformats.org/officeDocument/2006/relationships/slide" Target="/ppt/slides/slide17.xml" Id="R748047fa13bb41a9" /><Relationship Type="http://schemas.openxmlformats.org/officeDocument/2006/relationships/slide" Target="/ppt/slides/slide18.xml" Id="R4c9f7fa6079e4050" /><Relationship Type="http://schemas.openxmlformats.org/officeDocument/2006/relationships/slide" Target="/ppt/slides/slide19.xml" Id="R3332d7649205442b" /><Relationship Type="http://schemas.openxmlformats.org/officeDocument/2006/relationships/slide" Target="/ppt/slides/slide20.xml" Id="R967f7f6abf614379" /><Relationship Type="http://schemas.openxmlformats.org/officeDocument/2006/relationships/slide" Target="/ppt/slides/slide21.xml" Id="R18f1eb76d4f74188" /><Relationship Type="http://schemas.openxmlformats.org/officeDocument/2006/relationships/slide" Target="/ppt/slides/slide22.xml" Id="Raca5430a45fa4127" /><Relationship Type="http://schemas.openxmlformats.org/officeDocument/2006/relationships/slide" Target="/ppt/slides/slide23.xml" Id="R5a054db2ebfc4356" /><Relationship Type="http://schemas.openxmlformats.org/officeDocument/2006/relationships/slide" Target="/ppt/slides/slide24.xml" Id="Rf8847a79540f4408" /><Relationship Type="http://schemas.openxmlformats.org/officeDocument/2006/relationships/slide" Target="/ppt/slides/slide25.xml" Id="Re153cf8e54834d43" /><Relationship Type="http://schemas.openxmlformats.org/officeDocument/2006/relationships/slide" Target="/ppt/slides/slide26.xml" Id="Rd5e2292a02bf4fd3" /><Relationship Type="http://schemas.openxmlformats.org/officeDocument/2006/relationships/slide" Target="/ppt/slides/slide27.xml" Id="R92ad55a183284b56" /><Relationship Type="http://schemas.openxmlformats.org/officeDocument/2006/relationships/slide" Target="/ppt/slides/slide28.xml" Id="R3ab7b699b73f47ef" /><Relationship Type="http://schemas.openxmlformats.org/officeDocument/2006/relationships/slide" Target="/ppt/slides/slide29.xml" Id="R8143066e56ca423f" /><Relationship Type="http://schemas.openxmlformats.org/officeDocument/2006/relationships/slide" Target="/ppt/slides/slide30.xml" Id="R72a26950951b4727" /><Relationship Type="http://schemas.openxmlformats.org/officeDocument/2006/relationships/slide" Target="/ppt/slides/slide31.xml" Id="R8531aab49b7842c3" /><Relationship Type="http://schemas.openxmlformats.org/officeDocument/2006/relationships/slide" Target="/ppt/slides/slide32.xml" Id="Rf56bc273bd1b451b" /><Relationship Type="http://schemas.openxmlformats.org/officeDocument/2006/relationships/slide" Target="/ppt/slides/slide33.xml" Id="R462a251c58da4284" /><Relationship Type="http://schemas.openxmlformats.org/officeDocument/2006/relationships/slide" Target="/ppt/slides/slide34.xml" Id="R13cdcfb200e448fc" /><Relationship Type="http://schemas.openxmlformats.org/officeDocument/2006/relationships/slide" Target="/ppt/slides/slide35.xml" Id="Re696a5ff89024588" /><Relationship Type="http://schemas.openxmlformats.org/officeDocument/2006/relationships/slide" Target="/ppt/slides/slide36.xml" Id="Rb79c81a36eed483e" /><Relationship Type="http://schemas.openxmlformats.org/officeDocument/2006/relationships/slide" Target="/ppt/slides/slide37.xml" Id="Rda3d4b21470e4a84" /><Relationship Type="http://schemas.openxmlformats.org/officeDocument/2006/relationships/slide" Target="/ppt/slides/slide38.xml" Id="R22d76110a7404a44" /><Relationship Type="http://schemas.openxmlformats.org/officeDocument/2006/relationships/slide" Target="/ppt/slides/slide39.xml" Id="R0b646aa53f5c4e78" /><Relationship Type="http://schemas.openxmlformats.org/officeDocument/2006/relationships/slide" Target="/ppt/slides/slide40.xml" Id="R29db01dd334c4994" /><Relationship Type="http://schemas.openxmlformats.org/officeDocument/2006/relationships/slide" Target="/ppt/slides/slide41.xml" Id="R9f4d31f447304d2a" /><Relationship Type="http://schemas.openxmlformats.org/officeDocument/2006/relationships/slide" Target="/ppt/slides/slide42.xml" Id="Rd66960639cd648f8" /><Relationship Type="http://schemas.openxmlformats.org/officeDocument/2006/relationships/slide" Target="/ppt/slides/slide43.xml" Id="R4c58fe6c1b0d44b1" /><Relationship Type="http://schemas.openxmlformats.org/officeDocument/2006/relationships/slide" Target="/ppt/slides/slide44.xml" Id="R2efacc36c1704d02" /><Relationship Type="http://schemas.openxmlformats.org/officeDocument/2006/relationships/slide" Target="/ppt/slides/slide45.xml" Id="R382d786cd6b843dc" /><Relationship Type="http://schemas.openxmlformats.org/officeDocument/2006/relationships/slide" Target="/ppt/slides/slide46.xml" Id="R4b1a25b4f2e94395" /><Relationship Type="http://schemas.openxmlformats.org/officeDocument/2006/relationships/slide" Target="/ppt/slides/slide47.xml" Id="R2633819a3731496a" /><Relationship Type="http://schemas.openxmlformats.org/officeDocument/2006/relationships/slide" Target="/ppt/slides/slide48.xml" Id="R2cf3a3ddb2344da8" /><Relationship Type="http://schemas.openxmlformats.org/officeDocument/2006/relationships/slide" Target="/ppt/slides/slide49.xml" Id="Rbfcbbe70271545db" /><Relationship Type="http://schemas.openxmlformats.org/officeDocument/2006/relationships/slide" Target="/ppt/slides/slide50.xml" Id="R1cdf3164d0aa4d42" /><Relationship Type="http://schemas.openxmlformats.org/officeDocument/2006/relationships/slide" Target="/ppt/slides/slide51.xml" Id="R9429264806f04cf9" /><Relationship Type="http://schemas.openxmlformats.org/officeDocument/2006/relationships/slide" Target="/ppt/slides/slide52.xml" Id="R41accd3655ed4c96" /><Relationship Type="http://schemas.openxmlformats.org/officeDocument/2006/relationships/slide" Target="/ppt/slides/slide53.xml" Id="R6df2adc5433a4e3b" /><Relationship Type="http://schemas.openxmlformats.org/officeDocument/2006/relationships/slide" Target="/ppt/slides/slide54.xml" Id="R149ee569dfc74f8d" /><Relationship Type="http://schemas.openxmlformats.org/officeDocument/2006/relationships/slide" Target="/ppt/slides/slide55.xml" Id="R783b50d0ec7a4151" /><Relationship Type="http://schemas.openxmlformats.org/officeDocument/2006/relationships/slide" Target="/ppt/slides/slide56.xml" Id="Rd8fbcd308c314fc3" /><Relationship Type="http://schemas.openxmlformats.org/officeDocument/2006/relationships/slide" Target="/ppt/slides/slide57.xml" Id="Ra37943a6e193471a" /><Relationship Type="http://schemas.openxmlformats.org/officeDocument/2006/relationships/slide" Target="/ppt/slides/slide58.xml" Id="R3d86654c1c0a47b2" /><Relationship Type="http://schemas.openxmlformats.org/officeDocument/2006/relationships/slide" Target="/ppt/slides/slide59.xml" Id="R06409279af864748" /><Relationship Type="http://schemas.openxmlformats.org/officeDocument/2006/relationships/slide" Target="/ppt/slides/slide60.xml" Id="R97ff3e2d8d054b99" /><Relationship Type="http://schemas.openxmlformats.org/officeDocument/2006/relationships/slide" Target="/ppt/slides/slide61.xml" Id="Refa3211ad4284408" /><Relationship Type="http://schemas.openxmlformats.org/officeDocument/2006/relationships/slide" Target="/ppt/slides/slide62.xml" Id="Re8988390477f403c" /><Relationship Type="http://schemas.openxmlformats.org/officeDocument/2006/relationships/slide" Target="/ppt/slides/slide63.xml" Id="Rfd55e79000ff48f1" /><Relationship Type="http://schemas.openxmlformats.org/officeDocument/2006/relationships/slide" Target="/ppt/slides/slide64.xml" Id="Rf76b3fb187704c1c" /><Relationship Type="http://schemas.openxmlformats.org/officeDocument/2006/relationships/slide" Target="/ppt/slides/slide65.xml" Id="R04296037e42143a9" /><Relationship Type="http://schemas.openxmlformats.org/officeDocument/2006/relationships/slide" Target="/ppt/slides/slide66.xml" Id="R9b6af183cb714247" /><Relationship Type="http://schemas.openxmlformats.org/officeDocument/2006/relationships/slide" Target="/ppt/slides/slide67.xml" Id="Rbc2498b094cc4439" /><Relationship Type="http://schemas.openxmlformats.org/officeDocument/2006/relationships/slide" Target="/ppt/slides/slide68.xml" Id="Rfa352161db7b47e9" /><Relationship Type="http://schemas.openxmlformats.org/officeDocument/2006/relationships/slide" Target="/ppt/slides/slide69.xml" Id="R27a0f075663f48d8" /><Relationship Type="http://schemas.openxmlformats.org/officeDocument/2006/relationships/slide" Target="/ppt/slides/slide70.xml" Id="Ra4ab3814dd1643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7a6fb9682b42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4f17233401490c" /><Relationship Type="http://schemas.openxmlformats.org/officeDocument/2006/relationships/notesMaster" Target="/ppt/notesMasters/notesMaster1.xml" Id="R5ccbb0c305f141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7b3c0d2e534d1f" /><Relationship Type="http://schemas.openxmlformats.org/officeDocument/2006/relationships/notesMaster" Target="/ppt/notesMasters/notesMaster1.xml" Id="R7580f92e205940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9faaa542da4e58" /><Relationship Type="http://schemas.openxmlformats.org/officeDocument/2006/relationships/notesMaster" Target="/ppt/notesMasters/notesMaster1.xml" Id="R209b70c80cff4c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0100fd727549e4" /><Relationship Type="http://schemas.openxmlformats.org/officeDocument/2006/relationships/notesMaster" Target="/ppt/notesMasters/notesMaster1.xml" Id="Redeb60ef299b42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93416136bb4607" /><Relationship Type="http://schemas.openxmlformats.org/officeDocument/2006/relationships/notesMaster" Target="/ppt/notesMasters/notesMaster1.xml" Id="Rba1d7153608d48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c157ff7c3c441b" /><Relationship Type="http://schemas.openxmlformats.org/officeDocument/2006/relationships/notesMaster" Target="/ppt/notesMasters/notesMaster1.xml" Id="R9a80475563db49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b9e8621a614aad" /><Relationship Type="http://schemas.openxmlformats.org/officeDocument/2006/relationships/notesMaster" Target="/ppt/notesMasters/notesMaster1.xml" Id="Re8f0cb336cdc4f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ec4ef3e8cb4beb" /><Relationship Type="http://schemas.openxmlformats.org/officeDocument/2006/relationships/notesMaster" Target="/ppt/notesMasters/notesMaster1.xml" Id="Rd7e97d1e20584f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7102d4fbca4bf6" /><Relationship Type="http://schemas.openxmlformats.org/officeDocument/2006/relationships/notesMaster" Target="/ppt/notesMasters/notesMaster1.xml" Id="R98a65330dba843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85f93166c349e7" /><Relationship Type="http://schemas.openxmlformats.org/officeDocument/2006/relationships/notesMaster" Target="/ppt/notesMasters/notesMaster1.xml" Id="Rc6efe837b22e42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133e5e19d64607" /><Relationship Type="http://schemas.openxmlformats.org/officeDocument/2006/relationships/notesMaster" Target="/ppt/notesMasters/notesMaster1.xml" Id="Rff18d5efd4aa42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1cc0b2aac8416a" /><Relationship Type="http://schemas.openxmlformats.org/officeDocument/2006/relationships/notesMaster" Target="/ppt/notesMasters/notesMaster1.xml" Id="Rc3507dce108548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5959c0da024573" /><Relationship Type="http://schemas.openxmlformats.org/officeDocument/2006/relationships/notesMaster" Target="/ppt/notesMasters/notesMaster1.xml" Id="R074efd29e5fa4e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04c93802c64842" /><Relationship Type="http://schemas.openxmlformats.org/officeDocument/2006/relationships/notesMaster" Target="/ppt/notesMasters/notesMaster1.xml" Id="Rcc8d3e425fb140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3944e380644509" /><Relationship Type="http://schemas.openxmlformats.org/officeDocument/2006/relationships/notesMaster" Target="/ppt/notesMasters/notesMaster1.xml" Id="Rbd4bea6f53e346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d3b683df8e46f4" /><Relationship Type="http://schemas.openxmlformats.org/officeDocument/2006/relationships/notesMaster" Target="/ppt/notesMasters/notesMaster1.xml" Id="R0999bafecb9048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ab8278df2d434d" /><Relationship Type="http://schemas.openxmlformats.org/officeDocument/2006/relationships/notesMaster" Target="/ppt/notesMasters/notesMaster1.xml" Id="R6d8c908389b844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2abbd408e9435a" /><Relationship Type="http://schemas.openxmlformats.org/officeDocument/2006/relationships/notesMaster" Target="/ppt/notesMasters/notesMaster1.xml" Id="R804ba61c03344d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8d35bbb5be4cae" /><Relationship Type="http://schemas.openxmlformats.org/officeDocument/2006/relationships/notesMaster" Target="/ppt/notesMasters/notesMaster1.xml" Id="R07a18325a6874a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dbae154cec4bb3" /><Relationship Type="http://schemas.openxmlformats.org/officeDocument/2006/relationships/notesMaster" Target="/ppt/notesMasters/notesMaster1.xml" Id="Redb97fc814b045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9f50248c6ee491d" /><Relationship Type="http://schemas.openxmlformats.org/officeDocument/2006/relationships/notesMaster" Target="/ppt/notesMasters/notesMaster1.xml" Id="R7c21781b6ab641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d889f670e94a4a" /><Relationship Type="http://schemas.openxmlformats.org/officeDocument/2006/relationships/notesMaster" Target="/ppt/notesMasters/notesMaster1.xml" Id="Re452291cd97446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fffb5088e74345" /><Relationship Type="http://schemas.openxmlformats.org/officeDocument/2006/relationships/notesMaster" Target="/ppt/notesMasters/notesMaster1.xml" Id="R7f967335a4b745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14991ed0cb84096" /><Relationship Type="http://schemas.openxmlformats.org/officeDocument/2006/relationships/notesMaster" Target="/ppt/notesMasters/notesMaster1.xml" Id="R3c8a1724eae84db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f10940c8f74e9a" /><Relationship Type="http://schemas.openxmlformats.org/officeDocument/2006/relationships/notesMaster" Target="/ppt/notesMasters/notesMaster1.xml" Id="R9eb8e8a722c3481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7c1312044554121" /><Relationship Type="http://schemas.openxmlformats.org/officeDocument/2006/relationships/notesMaster" Target="/ppt/notesMasters/notesMaster1.xml" Id="R9a7104bc3a5f41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3bfafe824ed465d" /><Relationship Type="http://schemas.openxmlformats.org/officeDocument/2006/relationships/notesMaster" Target="/ppt/notesMasters/notesMaster1.xml" Id="R6ebe02862d714ee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ec05fc5801a41f1" /><Relationship Type="http://schemas.openxmlformats.org/officeDocument/2006/relationships/notesMaster" Target="/ppt/notesMasters/notesMaster1.xml" Id="R665b7f55c3ec42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134e7eb12f34b18" /><Relationship Type="http://schemas.openxmlformats.org/officeDocument/2006/relationships/notesMaster" Target="/ppt/notesMasters/notesMaster1.xml" Id="Rde2745ef7274406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1c5ffce5ff34ac9" /><Relationship Type="http://schemas.openxmlformats.org/officeDocument/2006/relationships/notesMaster" Target="/ppt/notesMasters/notesMaster1.xml" Id="Rd7f7f4c99598498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aed841fc9e245ae" /><Relationship Type="http://schemas.openxmlformats.org/officeDocument/2006/relationships/notesMaster" Target="/ppt/notesMasters/notesMaster1.xml" Id="R9422bf8ec9bc4d5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e7ea31793ea4829" /><Relationship Type="http://schemas.openxmlformats.org/officeDocument/2006/relationships/notesMaster" Target="/ppt/notesMasters/notesMaster1.xml" Id="Rf2a06754659e4d2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a0d6995cfda4302" /><Relationship Type="http://schemas.openxmlformats.org/officeDocument/2006/relationships/notesMaster" Target="/ppt/notesMasters/notesMaster1.xml" Id="R089689a3e85a409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404b968ef304f7e" /><Relationship Type="http://schemas.openxmlformats.org/officeDocument/2006/relationships/notesMaster" Target="/ppt/notesMasters/notesMaster1.xml" Id="R19c4f2c4a1e0468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95897411cca4b58" /><Relationship Type="http://schemas.openxmlformats.org/officeDocument/2006/relationships/notesMaster" Target="/ppt/notesMasters/notesMaster1.xml" Id="Rc922c9ec662b4bf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a2b8fd7e5b14111" /><Relationship Type="http://schemas.openxmlformats.org/officeDocument/2006/relationships/notesMaster" Target="/ppt/notesMasters/notesMaster1.xml" Id="R814365014b9940f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ae877160f564838" /><Relationship Type="http://schemas.openxmlformats.org/officeDocument/2006/relationships/notesMaster" Target="/ppt/notesMasters/notesMaster1.xml" Id="Rbd0305075b3f4e0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82ab39468ae44c3" /><Relationship Type="http://schemas.openxmlformats.org/officeDocument/2006/relationships/notesMaster" Target="/ppt/notesMasters/notesMaster1.xml" Id="Rd65f1ce2a05f452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531e6eb4896479d" /><Relationship Type="http://schemas.openxmlformats.org/officeDocument/2006/relationships/notesMaster" Target="/ppt/notesMasters/notesMaster1.xml" Id="R587cc955b20140d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2fd12b90de74b93" /><Relationship Type="http://schemas.openxmlformats.org/officeDocument/2006/relationships/notesMaster" Target="/ppt/notesMasters/notesMaster1.xml" Id="R1a54bfb77e77406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7daf80d91f04573" /><Relationship Type="http://schemas.openxmlformats.org/officeDocument/2006/relationships/notesMaster" Target="/ppt/notesMasters/notesMaster1.xml" Id="R719448be45eb424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e7b562ab18f4fdd" /><Relationship Type="http://schemas.openxmlformats.org/officeDocument/2006/relationships/notesMaster" Target="/ppt/notesMasters/notesMaster1.xml" Id="R2088e2673d2147b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07d9f3699db4ec4" /><Relationship Type="http://schemas.openxmlformats.org/officeDocument/2006/relationships/notesMaster" Target="/ppt/notesMasters/notesMaster1.xml" Id="Ref28bf5ad341485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95eb4b91beb4eb7" /><Relationship Type="http://schemas.openxmlformats.org/officeDocument/2006/relationships/notesMaster" Target="/ppt/notesMasters/notesMaster1.xml" Id="Rf500b32052044d8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744a89b096540e4" /><Relationship Type="http://schemas.openxmlformats.org/officeDocument/2006/relationships/notesMaster" Target="/ppt/notesMasters/notesMaster1.xml" Id="R24cff41fba34470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5279d3f1dd54dc6" /><Relationship Type="http://schemas.openxmlformats.org/officeDocument/2006/relationships/notesMaster" Target="/ppt/notesMasters/notesMaster1.xml" Id="R8c00de42c76c40a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ea919d254454cbb" /><Relationship Type="http://schemas.openxmlformats.org/officeDocument/2006/relationships/notesMaster" Target="/ppt/notesMasters/notesMaster1.xml" Id="Rb7c6cd803092447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a2f1ac2755a4da6" /><Relationship Type="http://schemas.openxmlformats.org/officeDocument/2006/relationships/notesMaster" Target="/ppt/notesMasters/notesMaster1.xml" Id="Rd2923c838173448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6261e3da3314ac7" /><Relationship Type="http://schemas.openxmlformats.org/officeDocument/2006/relationships/notesMaster" Target="/ppt/notesMasters/notesMaster1.xml" Id="Rf0da4e17c65643f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a0d7f1bb43548d1" /><Relationship Type="http://schemas.openxmlformats.org/officeDocument/2006/relationships/notesMaster" Target="/ppt/notesMasters/notesMaster1.xml" Id="Rec62b04052d64cb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bfd44996f4a456b" /><Relationship Type="http://schemas.openxmlformats.org/officeDocument/2006/relationships/notesMaster" Target="/ppt/notesMasters/notesMaster1.xml" Id="R0c064d79f8c844e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c6d5486077e4e77" /><Relationship Type="http://schemas.openxmlformats.org/officeDocument/2006/relationships/notesMaster" Target="/ppt/notesMasters/notesMaster1.xml" Id="R6f39a08ecde24c7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e800c24f0934bd3" /><Relationship Type="http://schemas.openxmlformats.org/officeDocument/2006/relationships/notesMaster" Target="/ppt/notesMasters/notesMaster1.xml" Id="R0ad85cf52905481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17a48da863b4468" /><Relationship Type="http://schemas.openxmlformats.org/officeDocument/2006/relationships/notesMaster" Target="/ppt/notesMasters/notesMaster1.xml" Id="R99013be0d810490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944d2e2012e4923" /><Relationship Type="http://schemas.openxmlformats.org/officeDocument/2006/relationships/notesMaster" Target="/ppt/notesMasters/notesMaster1.xml" Id="R7dd41a2b466e4a1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6d72325bd244ee9" /><Relationship Type="http://schemas.openxmlformats.org/officeDocument/2006/relationships/notesMaster" Target="/ppt/notesMasters/notesMaster1.xml" Id="R9926d16fd04842e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200215e17ca41e7" /><Relationship Type="http://schemas.openxmlformats.org/officeDocument/2006/relationships/notesMaster" Target="/ppt/notesMasters/notesMaster1.xml" Id="Rc6213825fe574b8d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e639469454844b7" /><Relationship Type="http://schemas.openxmlformats.org/officeDocument/2006/relationships/notesMaster" Target="/ppt/notesMasters/notesMaster1.xml" Id="R8711c2b1f3d54c92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92a47bf6b1e4ba8" /><Relationship Type="http://schemas.openxmlformats.org/officeDocument/2006/relationships/notesMaster" Target="/ppt/notesMasters/notesMaster1.xml" Id="R778ed44ee1ec4bf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79cea812ce5443b" /><Relationship Type="http://schemas.openxmlformats.org/officeDocument/2006/relationships/notesMaster" Target="/ppt/notesMasters/notesMaster1.xml" Id="R707912468d4b438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2fa516213844a61" /><Relationship Type="http://schemas.openxmlformats.org/officeDocument/2006/relationships/notesMaster" Target="/ppt/notesMasters/notesMaster1.xml" Id="R8914335d618d40dd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4e1d79288a6a454b" /><Relationship Type="http://schemas.openxmlformats.org/officeDocument/2006/relationships/notesMaster" Target="/ppt/notesMasters/notesMaster1.xml" Id="Rb28cd38414fe4de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b0c47f217b24192" /><Relationship Type="http://schemas.openxmlformats.org/officeDocument/2006/relationships/notesMaster" Target="/ppt/notesMasters/notesMaster1.xml" Id="R99e171afe6d744b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aad3de8108e4863" /><Relationship Type="http://schemas.openxmlformats.org/officeDocument/2006/relationships/notesMaster" Target="/ppt/notesMasters/notesMaster1.xml" Id="R6b6d1c6e243340d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061d939c57e6426c" /><Relationship Type="http://schemas.openxmlformats.org/officeDocument/2006/relationships/notesMaster" Target="/ppt/notesMasters/notesMaster1.xml" Id="R1e893b247b72413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e2ff5cb3a8e4587" /><Relationship Type="http://schemas.openxmlformats.org/officeDocument/2006/relationships/notesMaster" Target="/ppt/notesMasters/notesMaster1.xml" Id="Re84f9166bed84f7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843becf781a4f4b" /><Relationship Type="http://schemas.openxmlformats.org/officeDocument/2006/relationships/notesMaster" Target="/ppt/notesMasters/notesMaster1.xml" Id="R9a8314e97ba144a4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0f27743afab42c5" /><Relationship Type="http://schemas.openxmlformats.org/officeDocument/2006/relationships/notesMaster" Target="/ppt/notesMasters/notesMaster1.xml" Id="R8500b9779d89435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eb94254a585d4f4c" /><Relationship Type="http://schemas.openxmlformats.org/officeDocument/2006/relationships/notesMaster" Target="/ppt/notesMasters/notesMaster1.xml" Id="Ra4c3ec69ed36492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17eb21e393894ccb" /><Relationship Type="http://schemas.openxmlformats.org/officeDocument/2006/relationships/notesMaster" Target="/ppt/notesMasters/notesMaster1.xml" Id="R7058137966644a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강의는 AI를 더 잘 믿는 법이 아니라, 믿지 않고도 함께 일할 환경을 만드는 법을 다룬다. 주니어가 검증할 수 있는 만큼만 맡길 수 있다는 순서를 먼저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먼저 AI 코딩을 둘러싼 두 개의 원문에서 출발한다.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사용 여부를 찬반으로 나누면 실제 설계 문제를 놓친다. 핵심은 위임 경계, 실패 비용, 검증 가능성을 함께 판단하는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카파시는 무엇이 가능해졌는지 선언했다.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해석을 덧붙이지 않고 원문을 잠시 읽게 한다. ‘코드의 존재 자체를 잊는다’는 표현과 throwaway project라는 조건을 눈여겨보게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다음 장에서 이 원문이 무엇을 선언했는지 한 문장으로 정리한다.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  <a:p xmlns:a="http://schemas.openxmlformats.org/drawingml/2006/main">
            <a:r>
              <a:t>- harness/images/AndrejCarpathy.png</a:t>
            </a:r>
          </a:p>
          <a:p xmlns:a="http://schemas.openxmlformats.org/drawingml/2006/main">
            <a:r>
              <a:t>- https://x.com/karpathy/status/1886192184808149383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카파시의 주장을 평가하는 자리가 아니다. 무엇이 가능해졌는지에 대한 선언으로만 읽는다. 실무 경계는 다음 원문에서 대비한다.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토발즈는 선언 대신 커밋을 남겼다.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커밋 메시지 전문을 그대로 읽는다. ‘visualization tool’, 사람이 문제를 알아냈다는 문장, 방향을 다시 줬다는 문장, 자기 기준으로 평가한 마지막 문장을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여기서부터는 토발즈의 선언이 아니라 저자의 해석이다.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  <a:p xmlns:a="http://schemas.openxmlformats.org/drawingml/2006/main">
            <a:r>
              <a:t>- https://github.com/torvalds/AudioNoise/commit/93a72563cba609a414297b558cb46ddd3ce9d6b5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인터넷의 ‘토발즈도 바이브 코딩을 지지했다’는 요약과 원문 사이를 분리한다. 사실과 해석을 같은 권위로 말하지 않는 것이 강의 전체의 태도다.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이 해석에서 네 가지 harness 요소를 꺼낸다.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토발즈가 harness라는 말을 썼다는 뜻이 아니다. 커밋 하나에서 저자가 읽어낸 작업 구조다. 도구 목록이 없어도 위임 경계와 평가 기준이 있으면 환경이 작동한다.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마지막에는 책임의 주체가 남는다.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생성했더라도 머지한 사람은 코드에 대해 책임져야 한다. 그래서 harness의 목적은 사람을 루프에서 빼는 것이 아니라 책임질 수 있는 판단 지점을 만드는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그 판단을 위해 먼저 AI가 어떤 계약의 도구인지 본다.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내부를 논문 수준으로 설명하지 않는다. 개발자가 실무에서 입력과 출력의 계약을 다르게 다뤄야 한다는 점만 잡는다.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규칙을 사람이 쓰는 시스템부터 비교한다.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에어컨 다이얼과 키-몸무게 추정 비유로 설명한다. 이름을 AI라고 부를지보다 규칙을 누가 만들었는지가 중요하다.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학습 과정에서 조정되는 수치를 파라미터라고 부른다.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  <a:p xmlns:a="http://schemas.openxmlformats.org/drawingml/2006/main">
            <a:r>
              <a:t>- harness/images/ai-rule-vs-learning.png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오디오 믹서 비유를 사용하되, 실제 파라미터는 사람이 의미를 붙여 돌리는 노브가 아니라는 비유의 한계도 말한다. 핵심은 지식이 문장 목록으로 저장되지 않는다는 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그 조합은 다음 출력을 확률적으로 만든다.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  <a:p xmlns:a="http://schemas.openxmlformats.org/drawingml/2006/main">
            <a:r>
              <a:t>- harness/images/ai-parameters-mixer.png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한국인과 휴스턴 거주자가 떠올리는 다음 문장이 다를 수 있다는 예로, 학습 분포와 현재 맥락이 후보 확률을 바꾼다는 점을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그러므로 자연스러운 문장은 사실 확인의 증거가 아니다.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  <a:p xmlns:a="http://schemas.openxmlformats.org/drawingml/2006/main">
            <a:r>
              <a:t>- harness/images/ai-context-probability.png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모델이 사람처럼 이해했는지를 철학적으로 결론내리지 않는다. 실무 계약으로는 학습 데이터와 맥락을 조건으로 다음 출력을 예측했다고 다루는 편이 안전하다.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개발자가 익숙한 컴파일러의 계약과 비교한다.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실행의 결정성과 번역 계층의 결정성을 구분한다. Math.random이 있어도 같은 소스의 컴파일 결과는 같다. 자연어는 번역 결과 자체가 달라질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이 차이가 실무에서 네 가지 실패로 나타난다.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네 가지를 공포 목록으로 끝내지 않는다. 뒤에서 원칙과 검증 루프가 각각 무엇을 줄이는지 다시 연결할 예고편이다.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그래서 AI를 더 좋은 컴파일러로 취급하면 실패한다.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재현성을 높일 수는 있지만 컴파일러와 같은 입력-출력 계약은 아니다. 따라서 신뢰를 모델의 유창함에서 얻지 않고 외부 검증에서 얻는다.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그 루프를 도는 실행 단위가 Agent다.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로그인 테스트 실패 예를 짧게 말한다. Agent의 이점은 처음부터 정답을 안다는 것이 아니라 틀렸다는 사실을 알아낼 기회를 갖는다는 점이다. 그 기회는 도구와 환경이 있을 때만 생긴다.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하지만 다음 행동 선택도 맞는다는 보장은 없다.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실천지혜는 사람의 것이고 Agent는 과거 패턴으로 그것을 흉내 낸다. 진짜 문제는 Agent에게 판단력을 주는 법이 아니라 사람이 판단해야 할 지점을 어디에 둘 것인가다.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이제 그 판단을 모델이 아니라 환경에 넣는 방법을 본다.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 성능만 올리면 실무 신뢰가 따라온다는 가정에서 벗어난다. 어떤 파일을 만지고 어떤 도구로 무엇을 검증할 수 있는지가 실제 성능을 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업계의 흐름을 저자의 구분으로 정리한다.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Engineering, Context Engineering, Harness Engineering, Loop Engineering을 엄밀한 시대 구분으로 가르치지 않는다. AI가 사람의 개입 없이 결과를 내도록 환경과 루프를 확장하려는 방향으로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저자의 목표는 사람을 빼는 것이 아니다.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결정은 사람, 생성은 AI, 검증 가능한 환경은 사람이 만든다는 세 문장을 중심으로 설명한다. 자동화와 책임 이전을 같은 것으로 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그 환경을 harness라고 정의한다.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마구는 말을 느리게 만드는 장치가 아니라 힘을 수레에 전달하는 장치라는 은유를 사용한다. harness는 제약 목록이 아니라 작업 환경의 다섯 질문에 답하는 체계다.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다섯 축을 질문으로 펼친다.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축을 제품 목록으로 외우지 말고 질문으로 기억하게 한다. 파일 범위, 테스트, 문서, 로그는 그 질문에 답하는 구체적 수단일 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토발즈 사례를 이 표에 다시 얹는다.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토발즈 사례에는 자동 정책 엔진이 없지만 다섯 축 중 셋에 답이 있었다. harness가 도구 목록이 아니라 작업 환경의 성질이라는 점을 강화한다.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다섯 축 중 하나만 고르면 검증이다.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불신을 감정이나 회의론으로 설명하지 않는다. 테스트, 타입 체크, 리뷰 같은 외부 증거를 통해 신뢰를 만드는 공학적 태도다.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검증 결과가 AI에게 돌아와야 루프가 닫힌다.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사람의 승인을 빼자는 뜻이 아니다. 테스트 결과를 사람이 복사해 AI에게 붙여넣는다면 판단이 아니라 없는 배관을 사람이 대신하는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자동 전달이 붙는 순간 루프가 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강의의 중심 루프다. 검증이 실패를 알려주고 AI가 수정하며 같은 검증을 다시 통과하는 구조를 설명한다. 비결정성은 이 루프 안에서 다시 시도할 여지가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환경을 파일로 나눌 때는 다른 기준이 필요하다.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역할·작업·절차를 하나의 긴 프롬프트에 뭉치면 재사용과 실패 원인 추적이 어렵다. 독립적으로 설계하되 실행 시점에 연동한다.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그 환경 안에 넣을 원칙도 강제 수준이 다르다.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초록·노랑·빨강 전체 표를 화면에 복제하지 않는다. 자동화 가능한 원칙과 결국 사람이 diff를 봐야 하는 원칙이 섞여 있다는 분포만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네 가지 실패 양상도 원칙만으로 닫히지 않는다.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원칙은 실패 가능성을 줄이지만 마지막에는 실행 가능한 검증이 필요하다. 특히 존재하지 않는 API는 코드 리뷰 문장보다 실제 빌드가 더 강한 증거다.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루프는 길수록 좋은 것도 아니다.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회사 예산과 개인 요금제의 전략은 다를 수 있다. Loop Engineering을 무한 반복으로 오해하지 않고 종료 조건과 비용을 harness의 일부로 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마지막으로 이 막의 책임 원칙을 정리한다.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‘나는 이 코드에 대해 책임질 수 있는가?’라는 질문으로 닫는다. harness의 품질은 도구 수가 아니라 이 질문에 그렇다고 답할 수 있는 근거로 평가한다.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이제 그 환경 안에서 무엇을 강제할지 본다.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방법론을 구호로 소개하는 막이 아니다. AI가 다음 단계로 넘어가기 전에 무엇을 남기고 무엇으로 검증할지를 정하는 운용 규율로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먼저 네 방법론이 흐름 어디에 놓이는지 큰 지도를 본다.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2편의 전체 흐름을 먼저 보여주되 단계별 도구 설명은 4막으로 미룬다. 각 방법론이 독립된 구호가 아니라 특정 산출물과 질문으로 반복된다는 점만 잡는다.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첫 번째는 틀린 것을 빠르게 만들지 않는 SDD다.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강의에서 SDD는 하나로 통일된 업계 정의가 아니라 브룩스의 문제의식을 저자가 운용하는 방식이다. 목적은 문서 양이 아니라 해석 차이를 구현 전에 드러내는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AI 시대에는 잘못된 방향도 훨씬 빨리 완성된다.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속도의 역설을 설명한다. 생성 속도가 빨라질수록 구현 전에 목적·범위·완료 조건을 합의하는 비용의 가치가 더 커진다.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주니어가 SDD를 긴 프롬프트로 오해하기 쉽다.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주니어가 먼저 익힐 것은 AI에게 더 자세히 말하는 기술이 아니라 모호함을 질문하고 관찰 가능한 성공 조건으로 바꾸는 습관이다.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harness는 그 결과가 파일로 남도록 강제한다.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사용자를 인터뷰하게 하고 목적·범위·제외 범위·제약·성공 조건을 묻게 한다. 산출물이 spec 파일로 떨어지지 않으면 다음 단계로 가지 못하게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다음은 단어의 뜻을 맞추는 DDD다.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DDD 전체를 Aggregate나 Repository 패턴으로 가르치지 않는다. 이 강의는 harness에서 가장 먼저 강제할 값어치가 있는 유비쿼터스 언어 하나에 초점을 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도메인 용어가 흔들리면 AI는 낯선 이름을 거침없이 만든다.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고객, 주문, 취소 같은 평범한 단어도 프로젝트마다 뜻이 다르다. AI는 빈칸을 조용히 채우므로 뜻이 애매하면 구현을 멈추고 묻게 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용어집은 사람만 가능하던 판단을 대조 가능한 규칙으로 내린다.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Meaningful Naming을 완전히 자동 게이트로 만들 수는 없다. 다만 프로젝트 전용 정의가 있으면 빨강에 가까운 판단을 노랑으로 끌어내려 AI도 대조할 근거를 갖는다.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다음은 원하는 행동을 코드보다 먼저 정하는 TDD다.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테스트 수를 늘리는 기법으로 축소하지 않는다. AI에게 결과의 모양을 자연어가 아니라 실행 가능한 예로 먼저 제시하는 계약이다.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실패하는 테스트를 먼저 봐야 증거가 생긴다.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만든 테스트가 이미 통과하거나 엉뚱한 이유로 실패할 수 있다. 실패를 먼저 확인해야 테스트가 요구 행동을 실제로 감시한다는 증거가 생긴다.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harness는 이 순서를 건너뛰지 못하게 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큰 기능 전체를 한 번에 맡기는 대신 task별 실패 테스트와 최소 구현으로 쪼갠다. 각 단위가 독립적으로 검토되고 되돌릴 수 있어야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마지막 원칙은 인터페이스의 깊이를 묻는 Deep Module이다.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줄 수가 많은 모듈을 뜻하지 않는다. 호출자가 알아야 할 것보다 내부가 훨씬 많은 모듈이 깊다. 복잡성을 없애는 것이 아니라 경계 안으로 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하지만 이 원칙은 자동 게이트로 판정하기 어렵다.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SDD·DDD·TDD처럼 특정 산출물이 없으면 다음으로 못 가는 게이트로 만들기 어렵다. 구현 후 코드 리뷰와 흐름 복원에서 반복해서 던지는 질문으로 운용한다.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네 방법론을 한 표로 정리한다.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방법론 이름보다 각 질문과 남는 증거를 기억하게 한다. SDD와 DDD는 상태를, TDD는 검증과 도구를, Deep Module은 사람의 리뷰 질문을 강화한다.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계약을 먼저 정할수록 위임 경계가 넓어진다.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사람이 모든 인터페이스를 완전히 선언해야만 AI가 시작할 수 있다는 뜻은 아니다. 계약이 흐릴수록 검증에서 더 많은 일을 하게 된다. 원칙의 가치는 실제 다음 행동과 게이트를 바꾸는 데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이제 이 원칙들이 실제 여섯 단계에서 어떻게 도는지 본다.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harness/02-개발방법론.md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 막의 원칙을 실제 작업 흐름으로 옮긴다. 단계 이름보다 각 단계의 입력, 산출물, 사람의 판단 지점, 다음 단계로 넘어가는 조건을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이 흐름이 필요한 이유는 생성 속도 뒤에 남는 인지 부채다.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인지 부채는 AI가 만든 코드를 사람이 이해하지 못한 채 쌓아 다음 변경에서 조사 비용이 커지는 문제로 설명한다. 이 글의 처방은 참고 글을 복제한 것이 아니라 저자의 harness에 맞춘 해석이다.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여섯 단계는 이해와 증거가 함께 남도록 연결한다.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  <a:p xmlns:a="http://schemas.openxmlformats.org/drawingml/2006/main">
            <a:r>
              <a:t>- https://margaretstorey.com/blog/2026/02/09/cognitive-debt/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단계의 산출물을 나란히 보여준다. 파일 이름은 저자의 구현 선택이며 harness의 보편적 필수 요소는 아니다. 필수는 합의·증거·현재 흐름·다음 작업의 지식이 연결된다는 성질이다.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이 흐름 안에는 두 개의 루프가 있다.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안쪽 루프는 한 task의 코드 정확성을 닫는다. 바깥 루프는 작업이 끝난 뒤 실제 구현과 문서를 연결해 다음 brainstorming의 입력으로 돌려보낸다.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두 루프 사이에서 정본도 이동한다.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정본이 하나가 아니라 질문마다 다르다는 핵심을 설명한다. 구현 전 의도는 spec과 plan이 권위다. 구현 후 현재 동작은 실제 소스코드가 권위이며 e2e는 그것을 읽는 지도다.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그렇다고 모든 작업에 여섯 단계를 다 돌지는 않는다.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오타 하나에 brainstorming부터 wiki까지 도는 것은 harness가 아니라 의식이다. 합의 비용과 검증 비용을 작업 위험에 맞춘다.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생략 여부는 세 질문으로 판단할 수 있다.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단계 수가 많을수록 좋은 것이 아니다. 어느 연결을 끊었는지 알고, 그 위험을 받아들이는지가 판단이다.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첫 단계는 무엇을 만들지 합의하는 일이다.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목적, 범위, 제외 범위, 제약, 성공 조건을 질문하도록 강제한다. 답할 수 없는 것을 드러내는 질문도 포함해 AI가 모호함을 조용히 채우지 못하게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주문 취소 예시로 합의가 어떻게 구체화되는지 본다.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좋은 대화 자체가 목적이 아니다. 모호함을 드러내고 결정된 내용이 spec으로 남아야 한다. 질문 없이 바로 구현하면 AI가 가장 그럴듯한 정의를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합의된 spec은 범위와 성공 조건을 한 문장으로 닫는다.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주문 취소 사례의 합의 결과다. 사람은 목적과 받아들일 범위를 승인하고, AI는 빈칸과 해석 차이를 드러내고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다음 단계는 이 합의를 검증 가능한 구현 순서로 바꾼다.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상세한 plan을 구현 완료로 착각하지 않는다. plan은 각 task가 spec의 어느 요구를 만족하고 어떤 테스트로 증명하는지를 작게 나눈 계약이다.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위험이 큰 규칙을 먼저 증명한다.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상태 전이가 틀리면 재고·이벤트·API가 모두 무의미해진다. 기술 레이어 순서가 아니라 실패 비용이 큰 행동을 먼저 증명하는 순서다.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구현 전에 사람이 그 순서와 이유를 이해해야 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spec과 plan이 정확해도 밀도가 높으면 설계의 줄거리를 놓칠 수 있다. explained 문서는 사람이 이유와 순서를 이해하고 오해를 구현 전에 찾게 하는 보조물이다. 정본은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주문 취소에서 기각된 대안이 순서를 설명한다.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해설이 원문에 없는 결정을 새로 만들면 안 된다. 이 예는 spec에서 결제 취소를 별도 이벤트로 정한 이유를 설명해 task 3의 위치를 납득하게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이제 문서 세계를 실행 가능한 증거로 바꾼다.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전 문서 세계와 구현된 시스템을 잇는 전환점이다. 테스트를 실제로 실행하고, 요구사항 적합성 리뷰와 코드 품질 리뷰를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주문 취소의 첫 규칙을 TDD로 본다.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가드를 먼저 넣고 테스트를 나중에 쓰면 테스트가 가드를 실제로 검증하는지 알기 어렵다. 실패를 먼저 본 기록이 실행 가능한 증거다.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이 순간부터 현재 동작의 정본은 실제 소스코드다.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계획과 실제 구현은 달라질 수 있다. 구현 후 plan을 현재 동작의 권위로 읽으면 문서가 그럴듯한 거짓말이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그래서 실제 코드에서 흐름을 다시 복원한다.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e2e라는 이름이 있어도 테스트 코드를 만드는 단계가 아니다. 실제 파일을 열어 진입점, gate, 실패, transaction, persistence, 로그 지점을 추적해 구현 흐름 문서를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차이를 발견한 뒤 사람의 판단이 필요하다.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차이를 흠으로 숨기면 다음 작업에서 같은 문제가 반복된다. 코드가 맞는지 spec이 맞는지, 둘 다 애매했는지를 사람이 판단한다.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마지막 단계는 이 판단과 흐름을 다음 작업의 지식으로 바꾼다.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wiki는 정본이 아니라 탐색 도구다. e2e가 없으면 지금 어떻게 도는지 상상으로 채우지 않고 부재를 드러낸다. 같은 stem의 원문을 연결해 다음 brainstorming이 같은 조사를 반복하지 않게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마지막으로 시간에 따라 어떤 모듈을 덜어낼지 정리한다.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발표자용 운영 가이드다. 3시간에서는 optional 표시된 AI 기초, 방법론 보충, 주문 취소 상세 예시를 덜어낸다. 2시간에서는 핵심 질문과 다섯 축, 검증 루프, 네 방법론 요약, 여섯 단계 지도와 정본 이동만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강의의 첫 질문으로 돌아가 결론을 닫는다.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docs/superpowers/specs/2026-08-03-ai-harness-lecture-deck-design.md</a:t>
            </a:r>
          </a:p>
          <a:p xmlns:a="http://schemas.openxmlformats.org/drawingml/2006/main">
            <a:r>
              <a:t>- harness/01-하네스란무엇인가.md</a:t>
            </a:r>
          </a:p>
          <a:p xmlns:a="http://schemas.openxmlformats.org/drawingml/2006/main">
            <a:r>
              <a:t>- harness/02-개발방법론.md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첫 질문을 책임의 질문으로 닫는다. harness는 AI를 믿게 만드는 장치가 아니라, 생성된 결과를 확인하고 사람이 책임질 수 있는 근거를 만드는 환경이다.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전환: 질의응답으로 이어간다.</a:t>
            </a:r>
          </a:p>
          <a:p xmlns:a="http://schemas.openxmlformats.org/drawingml/2006/main">
            <a:r>
              <a:t>예상 시간: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docs/superpowers/specs/2026-08-03-ai-harness-lecture-deck-design.md</a:t>
            </a:r>
          </a:p>
          <a:p xmlns:a="http://schemas.openxmlformats.org/drawingml/2006/main">
            <a:r>
              <a:t>- harness/01-하네스란무엇인가.md</a:t>
            </a:r>
          </a:p>
          <a:p xmlns:a="http://schemas.openxmlformats.org/drawingml/2006/main">
            <a:r>
              <a:t>- harness/02-개발방법론.md</a:t>
            </a:r>
          </a:p>
          <a:p xmlns:a="http://schemas.openxmlformats.org/drawingml/2006/main">
            <a:r>
              <a:t>- harness/03-개발흐름.md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f405aa5f945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1543a4de644e9b" /><Relationship Type="http://schemas.openxmlformats.org/officeDocument/2006/relationships/slideLayout" Target="/ppt/slideLayouts/slideLayout1.xml" Id="Re5c6feb5d1fa4d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6feb5d1fa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89c8540804647" /><Relationship Type="http://schemas.openxmlformats.org/officeDocument/2006/relationships/notesSlide" Target="/ppt/notesSlides/notesSlide1.xml" Id="Rc1d459834c1c44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993be59a84b62" /><Relationship Type="http://schemas.openxmlformats.org/officeDocument/2006/relationships/notesSlide" Target="/ppt/notesSlides/notesSlide2.xml" Id="R07fd7b913d6541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a8d953d4542d8" /><Relationship Type="http://schemas.openxmlformats.org/officeDocument/2006/relationships/image" Target="/ppt/media/image.png" Id="R554d129a0a3545fc" /><Relationship Type="http://schemas.openxmlformats.org/officeDocument/2006/relationships/notesSlide" Target="/ppt/notesSlides/notesSlide3.xml" Id="R16e63bdc04304b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3e8872abc46d5" /><Relationship Type="http://schemas.openxmlformats.org/officeDocument/2006/relationships/notesSlide" Target="/ppt/notesSlides/notesSlide4.xml" Id="R810e74a3bc1f48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7534bc49e4cd5" /><Relationship Type="http://schemas.openxmlformats.org/officeDocument/2006/relationships/notesSlide" Target="/ppt/notesSlides/notesSlide5.xml" Id="R8ac6f88149c542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93f850c94496a" /><Relationship Type="http://schemas.openxmlformats.org/officeDocument/2006/relationships/notesSlide" Target="/ppt/notesSlides/notesSlide6.xml" Id="Rb9cdb72e47f742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5733de3b04cbc" /><Relationship Type="http://schemas.openxmlformats.org/officeDocument/2006/relationships/notesSlide" Target="/ppt/notesSlides/notesSlide7.xml" Id="R88a327fc22fc42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2d7e4990d427d" /><Relationship Type="http://schemas.openxmlformats.org/officeDocument/2006/relationships/notesSlide" Target="/ppt/notesSlides/notesSlide8.xml" Id="R77f29e740c0c4c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ed64beb8747bd" /><Relationship Type="http://schemas.openxmlformats.org/officeDocument/2006/relationships/notesSlide" Target="/ppt/notesSlides/notesSlide9.xml" Id="Rd3d65e3712ea46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7edbd039a4f8c" /><Relationship Type="http://schemas.openxmlformats.org/officeDocument/2006/relationships/image" Target="/ppt/media/image2.png" Id="R68bd5a2f7d6e445d" /><Relationship Type="http://schemas.openxmlformats.org/officeDocument/2006/relationships/notesSlide" Target="/ppt/notesSlides/notesSlide10.xml" Id="R67f03d51a22d41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540d35607408e" /><Relationship Type="http://schemas.openxmlformats.org/officeDocument/2006/relationships/image" Target="/ppt/media/image3.png" Id="Rb278e4942c4a4101" /><Relationship Type="http://schemas.openxmlformats.org/officeDocument/2006/relationships/notesSlide" Target="/ppt/notesSlides/notesSlide11.xml" Id="R4ce8a098287142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402bf94704819" /><Relationship Type="http://schemas.openxmlformats.org/officeDocument/2006/relationships/image" Target="/ppt/media/image4.png" Id="Rded99cc8632046f2" /><Relationship Type="http://schemas.openxmlformats.org/officeDocument/2006/relationships/notesSlide" Target="/ppt/notesSlides/notesSlide12.xml" Id="Rd19cdbf1b9794d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85224abde403a" /><Relationship Type="http://schemas.openxmlformats.org/officeDocument/2006/relationships/notesSlide" Target="/ppt/notesSlides/notesSlide13.xml" Id="R9c22e6fc489848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ae5e4ff1a4036" /><Relationship Type="http://schemas.openxmlformats.org/officeDocument/2006/relationships/notesSlide" Target="/ppt/notesSlides/notesSlide14.xml" Id="R6ddb470a07d541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529a64b604a7d" /><Relationship Type="http://schemas.openxmlformats.org/officeDocument/2006/relationships/notesSlide" Target="/ppt/notesSlides/notesSlide15.xml" Id="R069e80a27a154a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2c8f161a54085" /><Relationship Type="http://schemas.openxmlformats.org/officeDocument/2006/relationships/notesSlide" Target="/ppt/notesSlides/notesSlide16.xml" Id="R608f33126b0d4f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0033a516049ab" /><Relationship Type="http://schemas.openxmlformats.org/officeDocument/2006/relationships/notesSlide" Target="/ppt/notesSlides/notesSlide17.xml" Id="Rb37a20e844704d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497bb1ba64dd7" /><Relationship Type="http://schemas.openxmlformats.org/officeDocument/2006/relationships/notesSlide" Target="/ppt/notesSlides/notesSlide18.xml" Id="R3cb750397b0846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70c368ee747f1" /><Relationship Type="http://schemas.openxmlformats.org/officeDocument/2006/relationships/notesSlide" Target="/ppt/notesSlides/notesSlide19.xml" Id="R8079c271cb0440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00d2eb6ec486f" /><Relationship Type="http://schemas.openxmlformats.org/officeDocument/2006/relationships/notesSlide" Target="/ppt/notesSlides/notesSlide20.xml" Id="Rdb0fadce81d54b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b4e38c0c147d3" /><Relationship Type="http://schemas.openxmlformats.org/officeDocument/2006/relationships/notesSlide" Target="/ppt/notesSlides/notesSlide21.xml" Id="R31752c6993ae41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e97c27bc04d88" /><Relationship Type="http://schemas.openxmlformats.org/officeDocument/2006/relationships/notesSlide" Target="/ppt/notesSlides/notesSlide22.xml" Id="Rda26831186504d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a032fda1f47f9" /><Relationship Type="http://schemas.openxmlformats.org/officeDocument/2006/relationships/notesSlide" Target="/ppt/notesSlides/notesSlide23.xml" Id="Rd2f3414909b047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e11916e3e4f74" /><Relationship Type="http://schemas.openxmlformats.org/officeDocument/2006/relationships/notesSlide" Target="/ppt/notesSlides/notesSlide24.xml" Id="R35e6da0f1a984d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732f206f4e1b" /><Relationship Type="http://schemas.openxmlformats.org/officeDocument/2006/relationships/notesSlide" Target="/ppt/notesSlides/notesSlide25.xml" Id="R35b8db44c45c41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6dd5f26984e57" /><Relationship Type="http://schemas.openxmlformats.org/officeDocument/2006/relationships/notesSlide" Target="/ppt/notesSlides/notesSlide26.xml" Id="Rcbb463e9764640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fffc797ae4275" /><Relationship Type="http://schemas.openxmlformats.org/officeDocument/2006/relationships/notesSlide" Target="/ppt/notesSlides/notesSlide27.xml" Id="Ra0927557337d4af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f7aa1b4884a10" /><Relationship Type="http://schemas.openxmlformats.org/officeDocument/2006/relationships/notesSlide" Target="/ppt/notesSlides/notesSlide28.xml" Id="R6f0be58bd28a49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6a79caf794e43" /><Relationship Type="http://schemas.openxmlformats.org/officeDocument/2006/relationships/notesSlide" Target="/ppt/notesSlides/notesSlide29.xml" Id="R4c8790ce16fb44c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36e4af9014b3c" /><Relationship Type="http://schemas.openxmlformats.org/officeDocument/2006/relationships/notesSlide" Target="/ppt/notesSlides/notesSlide30.xml" Id="Rd06f14452e784b4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0e96ceb8f415e" /><Relationship Type="http://schemas.openxmlformats.org/officeDocument/2006/relationships/notesSlide" Target="/ppt/notesSlides/notesSlide31.xml" Id="Rb173fb3e1cc347f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e22a0d0114781" /><Relationship Type="http://schemas.openxmlformats.org/officeDocument/2006/relationships/notesSlide" Target="/ppt/notesSlides/notesSlide32.xml" Id="R29d9767f12ba42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39b7a986c4c9b" /><Relationship Type="http://schemas.openxmlformats.org/officeDocument/2006/relationships/notesSlide" Target="/ppt/notesSlides/notesSlide33.xml" Id="R0f40d9a67bfa47b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18804589249e3" /><Relationship Type="http://schemas.openxmlformats.org/officeDocument/2006/relationships/notesSlide" Target="/ppt/notesSlides/notesSlide34.xml" Id="R1ee855a04f07425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4810939e24fb5" /><Relationship Type="http://schemas.openxmlformats.org/officeDocument/2006/relationships/notesSlide" Target="/ppt/notesSlides/notesSlide35.xml" Id="R76a9882fff24459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bd8f518214f23" /><Relationship Type="http://schemas.openxmlformats.org/officeDocument/2006/relationships/notesSlide" Target="/ppt/notesSlides/notesSlide36.xml" Id="R60154eda9d3a454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d84514a3a4926" /><Relationship Type="http://schemas.openxmlformats.org/officeDocument/2006/relationships/notesSlide" Target="/ppt/notesSlides/notesSlide37.xml" Id="Ra00a1b1ba67a4bd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c25f9cd1a4244" /><Relationship Type="http://schemas.openxmlformats.org/officeDocument/2006/relationships/notesSlide" Target="/ppt/notesSlides/notesSlide38.xml" Id="R280e9c42303c4e9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31f53f7bd42b7" /><Relationship Type="http://schemas.openxmlformats.org/officeDocument/2006/relationships/notesSlide" Target="/ppt/notesSlides/notesSlide39.xml" Id="R86c6fb8ba169475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64eb3836e4f32" /><Relationship Type="http://schemas.openxmlformats.org/officeDocument/2006/relationships/notesSlide" Target="/ppt/notesSlides/notesSlide40.xml" Id="R61e39153a7204db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86c18b0b445e9" /><Relationship Type="http://schemas.openxmlformats.org/officeDocument/2006/relationships/notesSlide" Target="/ppt/notesSlides/notesSlide41.xml" Id="R974e1fd9f9a14c2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5b43a22a34407" /><Relationship Type="http://schemas.openxmlformats.org/officeDocument/2006/relationships/notesSlide" Target="/ppt/notesSlides/notesSlide42.xml" Id="Rd0b8ca8031c444b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1115d14f14aba" /><Relationship Type="http://schemas.openxmlformats.org/officeDocument/2006/relationships/notesSlide" Target="/ppt/notesSlides/notesSlide43.xml" Id="R38ec4552ba4f46b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a281692ed4620" /><Relationship Type="http://schemas.openxmlformats.org/officeDocument/2006/relationships/notesSlide" Target="/ppt/notesSlides/notesSlide44.xml" Id="Rbb9986ea362b4fe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90dbb8d144509" /><Relationship Type="http://schemas.openxmlformats.org/officeDocument/2006/relationships/notesSlide" Target="/ppt/notesSlides/notesSlide45.xml" Id="R62b6534ddde2448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ee426b668431b" /><Relationship Type="http://schemas.openxmlformats.org/officeDocument/2006/relationships/notesSlide" Target="/ppt/notesSlides/notesSlide46.xml" Id="Reb12e0cde3174af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ab617abe04c50" /><Relationship Type="http://schemas.openxmlformats.org/officeDocument/2006/relationships/notesSlide" Target="/ppt/notesSlides/notesSlide47.xml" Id="R7da85341a69542c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79610d53d4ccc" /><Relationship Type="http://schemas.openxmlformats.org/officeDocument/2006/relationships/notesSlide" Target="/ppt/notesSlides/notesSlide48.xml" Id="R01c2d161001e454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e79b4f7be4520" /><Relationship Type="http://schemas.openxmlformats.org/officeDocument/2006/relationships/notesSlide" Target="/ppt/notesSlides/notesSlide49.xml" Id="Rfc8bf688ef9646f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ee2e536b84b7a" /><Relationship Type="http://schemas.openxmlformats.org/officeDocument/2006/relationships/notesSlide" Target="/ppt/notesSlides/notesSlide50.xml" Id="Rf1db5c2a79f847f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d99469ce143a2" /><Relationship Type="http://schemas.openxmlformats.org/officeDocument/2006/relationships/notesSlide" Target="/ppt/notesSlides/notesSlide51.xml" Id="Rc1f0893108ad415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3384634844eb2" /><Relationship Type="http://schemas.openxmlformats.org/officeDocument/2006/relationships/notesSlide" Target="/ppt/notesSlides/notesSlide52.xml" Id="Rf26f6c3d631346e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6dd3ccde642a6" /><Relationship Type="http://schemas.openxmlformats.org/officeDocument/2006/relationships/notesSlide" Target="/ppt/notesSlides/notesSlide53.xml" Id="Rfaa576f995e0459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10433faa64601" /><Relationship Type="http://schemas.openxmlformats.org/officeDocument/2006/relationships/notesSlide" Target="/ppt/notesSlides/notesSlide54.xml" Id="R8a44c0889f054b3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2c8d268c043f2" /><Relationship Type="http://schemas.openxmlformats.org/officeDocument/2006/relationships/notesSlide" Target="/ppt/notesSlides/notesSlide55.xml" Id="Rcf70c0a3f48949c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fe25b8f8a4da7" /><Relationship Type="http://schemas.openxmlformats.org/officeDocument/2006/relationships/notesSlide" Target="/ppt/notesSlides/notesSlide56.xml" Id="Rfb47fc6a319543c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1fc97a151410e" /><Relationship Type="http://schemas.openxmlformats.org/officeDocument/2006/relationships/notesSlide" Target="/ppt/notesSlides/notesSlide57.xml" Id="R59daa2bee86249d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46d98962d443d" /><Relationship Type="http://schemas.openxmlformats.org/officeDocument/2006/relationships/notesSlide" Target="/ppt/notesSlides/notesSlide58.xml" Id="Rf6c808dfca1d41d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1848a53e447b4" /><Relationship Type="http://schemas.openxmlformats.org/officeDocument/2006/relationships/notesSlide" Target="/ppt/notesSlides/notesSlide59.xml" Id="Re23cb8022984491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2dfa8a200447f" /><Relationship Type="http://schemas.openxmlformats.org/officeDocument/2006/relationships/notesSlide" Target="/ppt/notesSlides/notesSlide60.xml" Id="R71e7216d34d8460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97915571c46cd" /><Relationship Type="http://schemas.openxmlformats.org/officeDocument/2006/relationships/notesSlide" Target="/ppt/notesSlides/notesSlide61.xml" Id="Rd47d32951a344e9b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f509b33624559" /><Relationship Type="http://schemas.openxmlformats.org/officeDocument/2006/relationships/notesSlide" Target="/ppt/notesSlides/notesSlide62.xml" Id="R20de2267658a406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6c72e15eb4729" /><Relationship Type="http://schemas.openxmlformats.org/officeDocument/2006/relationships/notesSlide" Target="/ppt/notesSlides/notesSlide63.xml" Id="Rd1e54d9ccc474ad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8b0e6f82a4b57" /><Relationship Type="http://schemas.openxmlformats.org/officeDocument/2006/relationships/notesSlide" Target="/ppt/notesSlides/notesSlide64.xml" Id="R76ee833ceaa94af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9464d70a24a38" /><Relationship Type="http://schemas.openxmlformats.org/officeDocument/2006/relationships/notesSlide" Target="/ppt/notesSlides/notesSlide65.xml" Id="R5c711e2eb2884df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da20352f24367" /><Relationship Type="http://schemas.openxmlformats.org/officeDocument/2006/relationships/notesSlide" Target="/ppt/notesSlides/notesSlide66.xml" Id="Rc7d2c1514c1944e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978e2994b4c4e" /><Relationship Type="http://schemas.openxmlformats.org/officeDocument/2006/relationships/notesSlide" Target="/ppt/notesSlides/notesSlide67.xml" Id="R9ae349e942ac498f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1c7cf76e848d2" /><Relationship Type="http://schemas.openxmlformats.org/officeDocument/2006/relationships/notesSlide" Target="/ppt/notesSlides/notesSlide68.xml" Id="Rddb60a2394e945a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151f033f64eac" /><Relationship Type="http://schemas.openxmlformats.org/officeDocument/2006/relationships/notesSlide" Target="/ppt/notesSlides/notesSlide69.xml" Id="R3f12f7d03a67422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1f630ae5b4e02" /><Relationship Type="http://schemas.openxmlformats.org/officeDocument/2006/relationships/notesSlide" Target="/ppt/notesSlides/notesSlide70.xml" Id="R766216cf04fe47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-01-accent-rule">
            <a:extLst xmlns:a="http://schemas.openxmlformats.org/drawingml/2006/main">
              <a:ext uri="{FF2B5EF4-FFF2-40B4-BE49-F238E27FC236}">
                <a16:creationId xmlns:a16="http://schemas.microsoft.com/office/drawing/2014/main" id="{777EBD76-074E-4103-ACC7-C644D06F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2" name="01-01-eyebrow">
            <a:extLst xmlns:a="http://schemas.openxmlformats.org/drawingml/2006/main">
              <a:ext uri="{FF2B5EF4-FFF2-40B4-BE49-F238E27FC236}">
                <a16:creationId xmlns:a16="http://schemas.microsoft.com/office/drawing/2014/main" id="{6AE49D4F-1BD5-499D-A7EB-56C9CACD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AI HARNESS · 5H LECTURE</a:t>
            </a:r>
          </a:p>
        </p:txBody>
      </p:sp>
      <p:sp>
        <p:nvSpPr>
          <p:cNvPr id="3" name="01-01-title">
            <a:extLst xmlns:a="http://schemas.openxmlformats.org/drawingml/2006/main">
              <a:ext uri="{FF2B5EF4-FFF2-40B4-BE49-F238E27FC236}">
                <a16:creationId xmlns:a16="http://schemas.microsoft.com/office/drawing/2014/main" id="{D5BC28C6-7CCD-4059-AFDC-FAF67552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AI Harness</a:t>
            </a:r>
          </a:p>
        </p:txBody>
      </p:sp>
      <p:sp>
        <p:nvSpPr>
          <p:cNvPr id="4" name="01-01-subtitle">
            <a:extLst xmlns:a="http://schemas.openxmlformats.org/drawingml/2006/main">
              <a:ext uri="{FF2B5EF4-FFF2-40B4-BE49-F238E27FC236}">
                <a16:creationId xmlns:a16="http://schemas.microsoft.com/office/drawing/2014/main" id="{98539008-A683-4B5D-AD3D-CAFBA2DA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876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AI에게 일을 맡기기 전에 만들어야 하는 것</a:t>
            </a:r>
          </a:p>
        </p:txBody>
      </p:sp>
      <p:sp>
        <p:nvSpPr>
          <p:cNvPr id="5" name="01-01-body">
            <a:extLst xmlns:a="http://schemas.openxmlformats.org/drawingml/2006/main">
              <a:ext uri="{FF2B5EF4-FFF2-40B4-BE49-F238E27FC236}">
                <a16:creationId xmlns:a16="http://schemas.microsoft.com/office/drawing/2014/main" id="{A2B23CFB-92A5-4F2B-8BB3-123C9961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30년째 코드를 짜고 있는 개발자가, AI와 일하는 방식을 다시 설계한 기록</a:t>
            </a:r>
          </a:p>
        </p:txBody>
      </p:sp>
      <p:sp>
        <p:nvSpPr>
          <p:cNvPr id="6" name="01-01-page">
            <a:extLst xmlns:a="http://schemas.openxmlformats.org/drawingml/2006/main">
              <a:ext uri="{FF2B5EF4-FFF2-40B4-BE49-F238E27FC236}">
                <a16:creationId xmlns:a16="http://schemas.microsoft.com/office/drawing/2014/main" id="{F27FFF15-DEA4-4AC1-B3A0-DDB24C83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53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01 / 70</a:t>
            </a:r>
          </a:p>
        </p:txBody>
      </p:sp>
    </p:spTree>
    <p:extLst>
      <p:ext uri="{BB962C8B-B14F-4D97-AF65-F5344CB8AC3E}">
        <p14:creationId xmlns:p14="http://schemas.microsoft.com/office/powerpoint/2010/main" val="304915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-02-footer-section">
            <a:extLst xmlns:a="http://schemas.openxmlformats.org/drawingml/2006/main">
              <a:ext uri="{FF2B5EF4-FFF2-40B4-BE49-F238E27FC236}">
                <a16:creationId xmlns:a16="http://schemas.microsoft.com/office/drawing/2014/main" id="{4C7E6D95-AA18-4E8B-BDD8-CBB020F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왜 HARNESS인가</a:t>
            </a:r>
          </a:p>
        </p:txBody>
      </p:sp>
      <p:sp>
        <p:nvSpPr>
          <p:cNvPr id="2" name="01-02-footer-page">
            <a:extLst xmlns:a="http://schemas.openxmlformats.org/drawingml/2006/main">
              <a:ext uri="{FF2B5EF4-FFF2-40B4-BE49-F238E27FC236}">
                <a16:creationId xmlns:a16="http://schemas.microsoft.com/office/drawing/2014/main" id="{E812C0BB-F7A3-4F42-8E38-C6E20949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02 / 70</a:t>
            </a:r>
          </a:p>
        </p:txBody>
      </p:sp>
      <p:sp>
        <p:nvSpPr>
          <p:cNvPr id="3" name="01-02-accent-rule">
            <a:extLst xmlns:a="http://schemas.openxmlformats.org/drawingml/2006/main">
              <a:ext uri="{FF2B5EF4-FFF2-40B4-BE49-F238E27FC236}">
                <a16:creationId xmlns:a16="http://schemas.microsoft.com/office/drawing/2014/main" id="{4932A085-60BF-4DCB-94F0-70A02F77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02-title">
            <a:extLst xmlns:a="http://schemas.openxmlformats.org/drawingml/2006/main">
              <a:ext uri="{FF2B5EF4-FFF2-40B4-BE49-F238E27FC236}">
                <a16:creationId xmlns:a16="http://schemas.microsoft.com/office/drawing/2014/main" id="{EC9144F7-2584-4AA2-A705-9D9BB530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진짜 질문은 ‘쓰느냐’가 아니다</a:t>
            </a:r>
          </a:p>
        </p:txBody>
      </p:sp>
      <p:sp>
        <p:nvSpPr>
          <p:cNvPr id="5" name="01-02-body-1">
            <a:extLst xmlns:a="http://schemas.openxmlformats.org/drawingml/2006/main">
              <a:ext uri="{FF2B5EF4-FFF2-40B4-BE49-F238E27FC236}">
                <a16:creationId xmlns:a16="http://schemas.microsoft.com/office/drawing/2014/main" id="{688FE88B-952F-448D-87D4-DADE86CB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내 코드베이스의 어디까지를 AI에게 넘길 것인가?</a:t>
            </a:r>
          </a:p>
        </p:txBody>
      </p:sp>
    </p:spTree>
    <p:extLst>
      <p:ext uri="{BB962C8B-B14F-4D97-AF65-F5344CB8AC3E}">
        <p14:creationId xmlns:p14="http://schemas.microsoft.com/office/powerpoint/2010/main" val="743470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d129a0a3545fc"/>
          <a:stretch xmlns:a="http://schemas.openxmlformats.org/drawingml/2006/main"/>
        </p:blipFill>
        <p:spPr>
          <a:xfrm xmlns:a="http://schemas.openxmlformats.org/drawingml/2006/main">
            <a:off x="1769980" y="190500"/>
            <a:ext cx="8652040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01-03-page">
            <a:extLst xmlns:a="http://schemas.openxmlformats.org/drawingml/2006/main">
              <a:ext uri="{FF2B5EF4-FFF2-40B4-BE49-F238E27FC236}">
                <a16:creationId xmlns:a16="http://schemas.microsoft.com/office/drawing/2014/main" id="{651D0A2D-AE95-4DC1-A55E-D361B30D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03 / 70</a:t>
            </a:r>
          </a:p>
        </p:txBody>
      </p:sp>
    </p:spTree>
    <p:extLst>
      <p:ext uri="{BB962C8B-B14F-4D97-AF65-F5344CB8AC3E}">
        <p14:creationId xmlns:p14="http://schemas.microsoft.com/office/powerpoint/2010/main" val="144350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1-04-footer-section">
            <a:extLst xmlns:a="http://schemas.openxmlformats.org/drawingml/2006/main">
              <a:ext uri="{FF2B5EF4-FFF2-40B4-BE49-F238E27FC236}">
                <a16:creationId xmlns:a16="http://schemas.microsoft.com/office/drawing/2014/main" id="{1913E38A-200B-41B5-B64E-32B849D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왜 HARNESS인가</a:t>
            </a:r>
          </a:p>
        </p:txBody>
      </p:sp>
      <p:sp>
        <p:nvSpPr>
          <p:cNvPr id="2" name="01-04-footer-page">
            <a:extLst xmlns:a="http://schemas.openxmlformats.org/drawingml/2006/main">
              <a:ext uri="{FF2B5EF4-FFF2-40B4-BE49-F238E27FC236}">
                <a16:creationId xmlns:a16="http://schemas.microsoft.com/office/drawing/2014/main" id="{C9F365E7-0A73-4614-9379-D24082D0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04 / 70</a:t>
            </a:r>
          </a:p>
        </p:txBody>
      </p:sp>
      <p:sp>
        <p:nvSpPr>
          <p:cNvPr id="3" name="01-04-accent-rule">
            <a:extLst xmlns:a="http://schemas.openxmlformats.org/drawingml/2006/main">
              <a:ext uri="{FF2B5EF4-FFF2-40B4-BE49-F238E27FC236}">
                <a16:creationId xmlns:a16="http://schemas.microsoft.com/office/drawing/2014/main" id="{3AECD33D-B12D-4D07-AA90-2134A7EC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04-title">
            <a:extLst xmlns:a="http://schemas.openxmlformats.org/drawingml/2006/main">
              <a:ext uri="{FF2B5EF4-FFF2-40B4-BE49-F238E27FC236}">
                <a16:creationId xmlns:a16="http://schemas.microsoft.com/office/drawing/2014/main" id="{074AED4C-8929-4551-9EB1-970DD349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카파시는 가능성을 선언했다</a:t>
            </a:r>
          </a:p>
        </p:txBody>
      </p:sp>
      <p:sp>
        <p:nvSpPr>
          <p:cNvPr id="5" name="01-04-bullet-1">
            <a:extLst xmlns:a="http://schemas.openxmlformats.org/drawingml/2006/main">
              <a:ext uri="{FF2B5EF4-FFF2-40B4-BE49-F238E27FC236}">
                <a16:creationId xmlns:a16="http://schemas.microsoft.com/office/drawing/2014/main" id="{6AA1BFB4-C3E1-402F-848E-1D90FC25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1-04-body-1">
            <a:extLst xmlns:a="http://schemas.openxmlformats.org/drawingml/2006/main">
              <a:ext uri="{FF2B5EF4-FFF2-40B4-BE49-F238E27FC236}">
                <a16:creationId xmlns:a16="http://schemas.microsoft.com/office/drawing/2014/main" id="{60119A0F-59F6-473B-9159-D0D1095D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자연어로 말하면 코드가 나오는 시대</a:t>
            </a:r>
          </a:p>
        </p:txBody>
      </p:sp>
      <p:sp>
        <p:nvSpPr>
          <p:cNvPr id="7" name="01-04-bullet-2">
            <a:extLst xmlns:a="http://schemas.openxmlformats.org/drawingml/2006/main">
              <a:ext uri="{FF2B5EF4-FFF2-40B4-BE49-F238E27FC236}">
                <a16:creationId xmlns:a16="http://schemas.microsoft.com/office/drawing/2014/main" id="{36314C34-7818-48DE-BD1F-CB3809B4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1-04-body-2">
            <a:extLst xmlns:a="http://schemas.openxmlformats.org/drawingml/2006/main">
              <a:ext uri="{FF2B5EF4-FFF2-40B4-BE49-F238E27FC236}">
                <a16:creationId xmlns:a16="http://schemas.microsoft.com/office/drawing/2014/main" id="{B26A7204-3DFC-43E5-8C69-27D64585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코드의 존재를 잊고 흐름에 몸을 맡긴다</a:t>
            </a:r>
          </a:p>
        </p:txBody>
      </p:sp>
    </p:spTree>
    <p:extLst>
      <p:ext uri="{BB962C8B-B14F-4D97-AF65-F5344CB8AC3E}">
        <p14:creationId xmlns:p14="http://schemas.microsoft.com/office/powerpoint/2010/main" val="1576816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23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-05-footer-section">
            <a:extLst xmlns:a="http://schemas.openxmlformats.org/drawingml/2006/main">
              <a:ext uri="{FF2B5EF4-FFF2-40B4-BE49-F238E27FC236}">
                <a16:creationId xmlns:a16="http://schemas.microsoft.com/office/drawing/2014/main" id="{A31594BA-3912-4032-9F76-65D417B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2D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AFC2D6"/>
                </a:solidFill>
                <a:latin typeface="Consolas"/>
                <a:ea typeface="Consolas"/>
                <a:cs typeface="Consolas"/>
              </a:rPr>
              <a:t>왜 HARNESS인가</a:t>
            </a:r>
          </a:p>
        </p:txBody>
      </p:sp>
      <p:sp>
        <p:nvSpPr>
          <p:cNvPr id="2" name="01-05-footer-page">
            <a:extLst xmlns:a="http://schemas.openxmlformats.org/drawingml/2006/main">
              <a:ext uri="{FF2B5EF4-FFF2-40B4-BE49-F238E27FC236}">
                <a16:creationId xmlns:a16="http://schemas.microsoft.com/office/drawing/2014/main" id="{F648C6D9-9E04-482C-A9DE-D9BBDB8F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FC2D6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AFC2D6"/>
                </a:solidFill>
                <a:latin typeface="Consolas"/>
                <a:ea typeface="Consolas"/>
                <a:cs typeface="Consolas"/>
              </a:rPr>
              <a:t>05 / 70</a:t>
            </a:r>
          </a:p>
        </p:txBody>
      </p:sp>
      <p:sp>
        <p:nvSpPr>
          <p:cNvPr id="3" name="01-05-prompt">
            <a:extLst xmlns:a="http://schemas.openxmlformats.org/drawingml/2006/main">
              <a:ext uri="{FF2B5EF4-FFF2-40B4-BE49-F238E27FC236}">
                <a16:creationId xmlns:a16="http://schemas.microsoft.com/office/drawing/2014/main" id="{E92384B8-C94D-4E70-8A74-61CE55F5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8B7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78B7FF"/>
                </a:solidFill>
                <a:latin typeface="Consolas"/>
                <a:ea typeface="Consolas"/>
                <a:cs typeface="Consolas"/>
              </a:rPr>
              <a:t>$ git show --format=fuller 93a7256</a:t>
            </a:r>
          </a:p>
        </p:txBody>
      </p:sp>
      <p:sp>
        <p:nvSpPr>
          <p:cNvPr id="4" name="01-05-title">
            <a:extLst xmlns:a="http://schemas.openxmlformats.org/drawingml/2006/main">
              <a:ext uri="{FF2B5EF4-FFF2-40B4-BE49-F238E27FC236}">
                <a16:creationId xmlns:a16="http://schemas.microsoft.com/office/drawing/2014/main" id="{EF60241B-E28A-4D58-9AB2-138CC36D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토발즈의 커밋 원문</a:t>
            </a:r>
          </a:p>
        </p:txBody>
      </p:sp>
      <p:sp>
        <p:nvSpPr>
          <p:cNvPr id="5" name="01-05-code">
            <a:extLst xmlns:a="http://schemas.openxmlformats.org/drawingml/2006/main">
              <a:ext uri="{FF2B5EF4-FFF2-40B4-BE49-F238E27FC236}">
                <a16:creationId xmlns:a16="http://schemas.microsoft.com/office/drawing/2014/main" id="{965A353E-3C25-40DD-8E03-8A165796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7442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28600" tIns="228600" rIns="228600" bIns="2286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Merge branch 'antigravity'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This is Google Antigravity fixing up my visualization tool (which was</a:t>
            </a:r>
          </a:p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also generated with help from google, but of the normal kind).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It mostly went smoothly, although I had to figure out what the problem</a:t>
            </a:r>
          </a:p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with using the builtin rectangle select was. After telling antigravity</a:t>
            </a:r>
          </a:p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to just do a custom RectangleSelector, things went much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Is this much better than I could do by hand? Sure is.</a:t>
            </a:r>
          </a:p>
        </p:txBody>
      </p:sp>
    </p:spTree>
    <p:extLst>
      <p:ext uri="{BB962C8B-B14F-4D97-AF65-F5344CB8AC3E}">
        <p14:creationId xmlns:p14="http://schemas.microsoft.com/office/powerpoint/2010/main" val="2079071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1-06-footer-section">
            <a:extLst xmlns:a="http://schemas.openxmlformats.org/drawingml/2006/main">
              <a:ext uri="{FF2B5EF4-FFF2-40B4-BE49-F238E27FC236}">
                <a16:creationId xmlns:a16="http://schemas.microsoft.com/office/drawing/2014/main" id="{6B9C0183-8291-4947-9BD0-854981B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왜 HARNESS인가</a:t>
            </a:r>
          </a:p>
        </p:txBody>
      </p:sp>
      <p:sp>
        <p:nvSpPr>
          <p:cNvPr id="2" name="01-06-footer-page">
            <a:extLst xmlns:a="http://schemas.openxmlformats.org/drawingml/2006/main">
              <a:ext uri="{FF2B5EF4-FFF2-40B4-BE49-F238E27FC236}">
                <a16:creationId xmlns:a16="http://schemas.microsoft.com/office/drawing/2014/main" id="{74A169C7-8096-40CC-8D61-D926756A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06 / 70</a:t>
            </a:r>
          </a:p>
        </p:txBody>
      </p:sp>
      <p:sp>
        <p:nvSpPr>
          <p:cNvPr id="3" name="01-06-accent-rule">
            <a:extLst xmlns:a="http://schemas.openxmlformats.org/drawingml/2006/main">
              <a:ext uri="{FF2B5EF4-FFF2-40B4-BE49-F238E27FC236}">
                <a16:creationId xmlns:a16="http://schemas.microsoft.com/office/drawing/2014/main" id="{DDCDEE5E-33C1-4B0A-BCA8-236B64F7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06-title">
            <a:extLst xmlns:a="http://schemas.openxmlformats.org/drawingml/2006/main">
              <a:ext uri="{FF2B5EF4-FFF2-40B4-BE49-F238E27FC236}">
                <a16:creationId xmlns:a16="http://schemas.microsoft.com/office/drawing/2014/main" id="{28FD74D0-8C55-4F9A-B0FB-3FDDE48A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사실과 해석을 분리해 읽는다</a:t>
            </a:r>
          </a:p>
        </p:txBody>
      </p:sp>
      <p:sp>
        <p:nvSpPr>
          <p:cNvPr id="5" name="01-06-divider">
            <a:extLst xmlns:a="http://schemas.openxmlformats.org/drawingml/2006/main">
              <a:ext uri="{FF2B5EF4-FFF2-40B4-BE49-F238E27FC236}">
                <a16:creationId xmlns:a16="http://schemas.microsoft.com/office/drawing/2014/main" id="{7E176241-4FD1-4959-97E1-DAB3DCC7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1-06-left-heading">
            <a:extLst xmlns:a="http://schemas.openxmlformats.org/drawingml/2006/main">
              <a:ext uri="{FF2B5EF4-FFF2-40B4-BE49-F238E27FC236}">
                <a16:creationId xmlns:a16="http://schemas.microsoft.com/office/drawing/2014/main" id="{B250662B-4206-4928-BFF3-D80CC165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커밋이 말하는 사실</a:t>
            </a:r>
          </a:p>
        </p:txBody>
      </p:sp>
      <p:sp>
        <p:nvSpPr>
          <p:cNvPr id="7" name="01-06-left-dot-1">
            <a:extLst xmlns:a="http://schemas.openxmlformats.org/drawingml/2006/main">
              <a:ext uri="{FF2B5EF4-FFF2-40B4-BE49-F238E27FC236}">
                <a16:creationId xmlns:a16="http://schemas.microsoft.com/office/drawing/2014/main" id="{B2B67753-8863-44C8-88BA-FD04FF85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1-06-left-line-1">
            <a:extLst xmlns:a="http://schemas.openxmlformats.org/drawingml/2006/main">
              <a:ext uri="{FF2B5EF4-FFF2-40B4-BE49-F238E27FC236}">
                <a16:creationId xmlns:a16="http://schemas.microsoft.com/office/drawing/2014/main" id="{F5F102B4-7B8C-46F8-AE34-39297A3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대체로 잘 됐다</a:t>
            </a:r>
          </a:p>
        </p:txBody>
      </p:sp>
      <p:sp>
        <p:nvSpPr>
          <p:cNvPr id="9" name="01-06-left-dot-2">
            <a:extLst xmlns:a="http://schemas.openxmlformats.org/drawingml/2006/main">
              <a:ext uri="{FF2B5EF4-FFF2-40B4-BE49-F238E27FC236}">
                <a16:creationId xmlns:a16="http://schemas.microsoft.com/office/drawing/2014/main" id="{4533A723-B0A2-4980-AC74-7552633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1-06-left-line-2">
            <a:extLst xmlns:a="http://schemas.openxmlformats.org/drawingml/2006/main">
              <a:ext uri="{FF2B5EF4-FFF2-40B4-BE49-F238E27FC236}">
                <a16:creationId xmlns:a16="http://schemas.microsoft.com/office/drawing/2014/main" id="{75E6E13A-CC1E-41D3-809F-A65E11D6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손으로 짜는 것보다 낫다</a:t>
            </a:r>
          </a:p>
        </p:txBody>
      </p:sp>
      <p:sp>
        <p:nvSpPr>
          <p:cNvPr id="11" name="01-06-left-dot-3">
            <a:extLst xmlns:a="http://schemas.openxmlformats.org/drawingml/2006/main">
              <a:ext uri="{FF2B5EF4-FFF2-40B4-BE49-F238E27FC236}">
                <a16:creationId xmlns:a16="http://schemas.microsoft.com/office/drawing/2014/main" id="{821D6434-E970-49A0-859C-D582E333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1-06-left-line-3">
            <a:extLst xmlns:a="http://schemas.openxmlformats.org/drawingml/2006/main">
              <a:ext uri="{FF2B5EF4-FFF2-40B4-BE49-F238E27FC236}">
                <a16:creationId xmlns:a16="http://schemas.microsoft.com/office/drawing/2014/main" id="{C274D89D-5712-41D6-90F9-35FB85D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visualize.py만 변경됐다</a:t>
            </a:r>
          </a:p>
        </p:txBody>
      </p:sp>
      <p:sp>
        <p:nvSpPr>
          <p:cNvPr id="13" name="01-06-right-heading">
            <a:extLst xmlns:a="http://schemas.openxmlformats.org/drawingml/2006/main">
              <a:ext uri="{FF2B5EF4-FFF2-40B4-BE49-F238E27FC236}">
                <a16:creationId xmlns:a16="http://schemas.microsoft.com/office/drawing/2014/main" id="{D86FCFEF-DA4B-4D9A-8EF9-15F61642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여기서부터는 내 해석</a:t>
            </a:r>
          </a:p>
        </p:txBody>
      </p:sp>
      <p:sp>
        <p:nvSpPr>
          <p:cNvPr id="14" name="01-06-right-dot-1">
            <a:extLst xmlns:a="http://schemas.openxmlformats.org/drawingml/2006/main">
              <a:ext uri="{FF2B5EF4-FFF2-40B4-BE49-F238E27FC236}">
                <a16:creationId xmlns:a16="http://schemas.microsoft.com/office/drawing/2014/main" id="{A636C632-4F31-4C3F-A98F-017555C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1-06-right-line-1">
            <a:extLst xmlns:a="http://schemas.openxmlformats.org/drawingml/2006/main">
              <a:ext uri="{FF2B5EF4-FFF2-40B4-BE49-F238E27FC236}">
                <a16:creationId xmlns:a16="http://schemas.microsoft.com/office/drawing/2014/main" id="{4F75C449-48B1-4774-AC55-F1977CCB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전문 분야가 아닌 주변부를 넘겼다</a:t>
            </a:r>
          </a:p>
        </p:txBody>
      </p:sp>
      <p:sp>
        <p:nvSpPr>
          <p:cNvPr id="16" name="01-06-right-dot-2">
            <a:extLst xmlns:a="http://schemas.openxmlformats.org/drawingml/2006/main">
              <a:ext uri="{FF2B5EF4-FFF2-40B4-BE49-F238E27FC236}">
                <a16:creationId xmlns:a16="http://schemas.microsoft.com/office/drawing/2014/main" id="{2FC2A933-57FE-476D-9BE5-B1D044D4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1-06-right-line-2">
            <a:extLst xmlns:a="http://schemas.openxmlformats.org/drawingml/2006/main">
              <a:ext uri="{FF2B5EF4-FFF2-40B4-BE49-F238E27FC236}">
                <a16:creationId xmlns:a16="http://schemas.microsoft.com/office/drawing/2014/main" id="{01E3BC0C-BE8D-450B-85C7-209EF236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막힐 때 답이 아니라 방향을 줬다</a:t>
            </a:r>
          </a:p>
        </p:txBody>
      </p:sp>
      <p:sp>
        <p:nvSpPr>
          <p:cNvPr id="18" name="01-06-right-dot-3">
            <a:extLst xmlns:a="http://schemas.openxmlformats.org/drawingml/2006/main">
              <a:ext uri="{FF2B5EF4-FFF2-40B4-BE49-F238E27FC236}">
                <a16:creationId xmlns:a16="http://schemas.microsoft.com/office/drawing/2014/main" id="{5E5415FD-DEF5-4EFF-AE6F-B853E773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1-06-right-line-3">
            <a:extLst xmlns:a="http://schemas.openxmlformats.org/drawingml/2006/main">
              <a:ext uri="{FF2B5EF4-FFF2-40B4-BE49-F238E27FC236}">
                <a16:creationId xmlns:a16="http://schemas.microsoft.com/office/drawing/2014/main" id="{35682E85-1F71-41B8-9760-A3EA28A5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자기 기준으로 평가한 뒤 머지했다</a:t>
            </a:r>
          </a:p>
        </p:txBody>
      </p:sp>
    </p:spTree>
    <p:extLst>
      <p:ext uri="{BB962C8B-B14F-4D97-AF65-F5344CB8AC3E}">
        <p14:creationId xmlns:p14="http://schemas.microsoft.com/office/powerpoint/2010/main" val="8854231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1-07-footer-section">
            <a:extLst xmlns:a="http://schemas.openxmlformats.org/drawingml/2006/main">
              <a:ext uri="{FF2B5EF4-FFF2-40B4-BE49-F238E27FC236}">
                <a16:creationId xmlns:a16="http://schemas.microsoft.com/office/drawing/2014/main" id="{03E95A59-EDC6-46B8-A02A-12685F8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왜 HARNESS인가</a:t>
            </a:r>
          </a:p>
        </p:txBody>
      </p:sp>
      <p:sp>
        <p:nvSpPr>
          <p:cNvPr id="2" name="01-07-footer-page">
            <a:extLst xmlns:a="http://schemas.openxmlformats.org/drawingml/2006/main">
              <a:ext uri="{FF2B5EF4-FFF2-40B4-BE49-F238E27FC236}">
                <a16:creationId xmlns:a16="http://schemas.microsoft.com/office/drawing/2014/main" id="{2F9FE4B1-62BA-40CC-AEDB-EB451EAC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07 / 70</a:t>
            </a:r>
          </a:p>
        </p:txBody>
      </p:sp>
      <p:sp>
        <p:nvSpPr>
          <p:cNvPr id="3" name="01-07-accent-rule">
            <a:extLst xmlns:a="http://schemas.openxmlformats.org/drawingml/2006/main">
              <a:ext uri="{FF2B5EF4-FFF2-40B4-BE49-F238E27FC236}">
                <a16:creationId xmlns:a16="http://schemas.microsoft.com/office/drawing/2014/main" id="{FECBE536-BF98-4E4A-B232-BB291AB5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07-title">
            <a:extLst xmlns:a="http://schemas.openxmlformats.org/drawingml/2006/main">
              <a:ext uri="{FF2B5EF4-FFF2-40B4-BE49-F238E27FC236}">
                <a16:creationId xmlns:a16="http://schemas.microsoft.com/office/drawing/2014/main" id="{3816124D-2F88-47E6-87D2-DA9BEEC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한 커밋 안에 harness가 있었다</a:t>
            </a:r>
          </a:p>
        </p:txBody>
      </p:sp>
      <p:sp>
        <p:nvSpPr>
          <p:cNvPr id="5" name="01-07-arrow-1">
            <a:extLst xmlns:a="http://schemas.openxmlformats.org/drawingml/2006/main">
              <a:ext uri="{FF2B5EF4-FFF2-40B4-BE49-F238E27FC236}">
                <a16:creationId xmlns:a16="http://schemas.microsoft.com/office/drawing/2014/main" id="{596F50C1-E21C-4312-BDBD-719A5F8B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1-07-arrow-2">
            <a:extLst xmlns:a="http://schemas.openxmlformats.org/drawingml/2006/main">
              <a:ext uri="{FF2B5EF4-FFF2-40B4-BE49-F238E27FC236}">
                <a16:creationId xmlns:a16="http://schemas.microsoft.com/office/drawing/2014/main" id="{9956CAA4-9F69-4E60-B4B7-F12CA921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1-07-arrow-3">
            <a:extLst xmlns:a="http://schemas.openxmlformats.org/drawingml/2006/main">
              <a:ext uri="{FF2B5EF4-FFF2-40B4-BE49-F238E27FC236}">
                <a16:creationId xmlns:a16="http://schemas.microsoft.com/office/drawing/2014/main" id="{700D41F1-A5BE-4ECF-B0AC-19338447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1-07-node-1">
            <a:extLst xmlns:a="http://schemas.openxmlformats.org/drawingml/2006/main">
              <a:ext uri="{FF2B5EF4-FFF2-40B4-BE49-F238E27FC236}">
                <a16:creationId xmlns:a16="http://schemas.microsoft.com/office/drawing/2014/main" id="{6839876C-76B1-4C00-8450-2A70EE74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경계</a:t>
            </a:r>
          </a:p>
        </p:txBody>
      </p:sp>
      <p:sp>
        <p:nvSpPr>
          <p:cNvPr id="9" name="01-07-node-2">
            <a:extLst xmlns:a="http://schemas.openxmlformats.org/drawingml/2006/main">
              <a:ext uri="{FF2B5EF4-FFF2-40B4-BE49-F238E27FC236}">
                <a16:creationId xmlns:a16="http://schemas.microsoft.com/office/drawing/2014/main" id="{A9853F4B-8B79-43B6-A971-172BA4B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격리</a:t>
            </a:r>
          </a:p>
        </p:txBody>
      </p:sp>
      <p:sp>
        <p:nvSpPr>
          <p:cNvPr id="10" name="01-07-node-3">
            <a:extLst xmlns:a="http://schemas.openxmlformats.org/drawingml/2006/main">
              <a:ext uri="{FF2B5EF4-FFF2-40B4-BE49-F238E27FC236}">
                <a16:creationId xmlns:a16="http://schemas.microsoft.com/office/drawing/2014/main" id="{F8BA0B7F-9F2D-4197-A1AD-1CE114EF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개입</a:t>
            </a:r>
          </a:p>
        </p:txBody>
      </p:sp>
      <p:sp>
        <p:nvSpPr>
          <p:cNvPr id="11" name="01-07-node-4">
            <a:extLst xmlns:a="http://schemas.openxmlformats.org/drawingml/2006/main">
              <a:ext uri="{FF2B5EF4-FFF2-40B4-BE49-F238E27FC236}">
                <a16:creationId xmlns:a16="http://schemas.microsoft.com/office/drawing/2014/main" id="{7B8AF674-5498-43C4-B68C-5821EED2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평가 기준</a:t>
            </a:r>
          </a:p>
        </p:txBody>
      </p:sp>
      <p:sp>
        <p:nvSpPr>
          <p:cNvPr id="12" name="01-07-caption">
            <a:extLst xmlns:a="http://schemas.openxmlformats.org/drawingml/2006/main">
              <a:ext uri="{FF2B5EF4-FFF2-40B4-BE49-F238E27FC236}">
                <a16:creationId xmlns:a16="http://schemas.microsoft.com/office/drawing/2014/main" id="{2E044E3D-765B-491F-A4FA-808686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antigravity 브랜치   ·   visualize.py 한 파일   ·   custom RectangleSelector   ·   손으로 짠 것보다 나은가</a:t>
            </a:r>
          </a:p>
        </p:txBody>
      </p:sp>
    </p:spTree>
    <p:extLst>
      <p:ext uri="{BB962C8B-B14F-4D97-AF65-F5344CB8AC3E}">
        <p14:creationId xmlns:p14="http://schemas.microsoft.com/office/powerpoint/2010/main" val="353561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-08-footer-section">
            <a:extLst xmlns:a="http://schemas.openxmlformats.org/drawingml/2006/main">
              <a:ext uri="{FF2B5EF4-FFF2-40B4-BE49-F238E27FC236}">
                <a16:creationId xmlns:a16="http://schemas.microsoft.com/office/drawing/2014/main" id="{A56D8276-C5AE-4A7B-BDB5-1EDAEF8D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왜 HARNESS인가</a:t>
            </a:r>
          </a:p>
        </p:txBody>
      </p:sp>
      <p:sp>
        <p:nvSpPr>
          <p:cNvPr id="2" name="01-08-footer-page">
            <a:extLst xmlns:a="http://schemas.openxmlformats.org/drawingml/2006/main">
              <a:ext uri="{FF2B5EF4-FFF2-40B4-BE49-F238E27FC236}">
                <a16:creationId xmlns:a16="http://schemas.microsoft.com/office/drawing/2014/main" id="{8D86C414-BA3F-4F27-A6E7-7F52C75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08 / 70</a:t>
            </a:r>
          </a:p>
        </p:txBody>
      </p:sp>
      <p:sp>
        <p:nvSpPr>
          <p:cNvPr id="3" name="01-08-accent-rule">
            <a:extLst xmlns:a="http://schemas.openxmlformats.org/drawingml/2006/main">
              <a:ext uri="{FF2B5EF4-FFF2-40B4-BE49-F238E27FC236}">
                <a16:creationId xmlns:a16="http://schemas.microsoft.com/office/drawing/2014/main" id="{33A1D570-8F1A-40B1-87F8-898F1E92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08-title">
            <a:extLst xmlns:a="http://schemas.openxmlformats.org/drawingml/2006/main">
              <a:ext uri="{FF2B5EF4-FFF2-40B4-BE49-F238E27FC236}">
                <a16:creationId xmlns:a16="http://schemas.microsoft.com/office/drawing/2014/main" id="{85C84D47-8B1B-42F2-909E-7D4E29A4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커밋에는 사람의 이름이 남는다</a:t>
            </a:r>
          </a:p>
        </p:txBody>
      </p:sp>
      <p:sp>
        <p:nvSpPr>
          <p:cNvPr id="5" name="01-08-body-1">
            <a:extLst xmlns:a="http://schemas.openxmlformats.org/drawingml/2006/main">
              <a:ext uri="{FF2B5EF4-FFF2-40B4-BE49-F238E27FC236}">
                <a16:creationId xmlns:a16="http://schemas.microsoft.com/office/drawing/2014/main" id="{3A42D85F-A9DD-401C-9C45-04E34A85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책임은 도구가 아니라 머지한 사람에게 있다.</a:t>
            </a:r>
          </a:p>
        </p:txBody>
      </p:sp>
    </p:spTree>
    <p:extLst>
      <p:ext uri="{BB962C8B-B14F-4D97-AF65-F5344CB8AC3E}">
        <p14:creationId xmlns:p14="http://schemas.microsoft.com/office/powerpoint/2010/main" val="180393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-09-footer-section">
            <a:extLst xmlns:a="http://schemas.openxmlformats.org/drawingml/2006/main">
              <a:ext uri="{FF2B5EF4-FFF2-40B4-BE49-F238E27FC236}">
                <a16:creationId xmlns:a16="http://schemas.microsoft.com/office/drawing/2014/main" id="{A34678D6-23C2-484D-876B-ED2AAB8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09-footer-page">
            <a:extLst xmlns:a="http://schemas.openxmlformats.org/drawingml/2006/main">
              <a:ext uri="{FF2B5EF4-FFF2-40B4-BE49-F238E27FC236}">
                <a16:creationId xmlns:a16="http://schemas.microsoft.com/office/drawing/2014/main" id="{03442993-747E-48AF-9CA1-EFD113A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09 / 70</a:t>
            </a:r>
          </a:p>
        </p:txBody>
      </p:sp>
      <p:sp>
        <p:nvSpPr>
          <p:cNvPr id="3" name="01-09-accent-rule">
            <a:extLst xmlns:a="http://schemas.openxmlformats.org/drawingml/2006/main">
              <a:ext uri="{FF2B5EF4-FFF2-40B4-BE49-F238E27FC236}">
                <a16:creationId xmlns:a16="http://schemas.microsoft.com/office/drawing/2014/main" id="{3DE36413-DCFF-4C90-87A5-4C053266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09-label">
            <a:extLst xmlns:a="http://schemas.openxmlformats.org/drawingml/2006/main">
              <a:ext uri="{FF2B5EF4-FFF2-40B4-BE49-F238E27FC236}">
                <a16:creationId xmlns:a16="http://schemas.microsoft.com/office/drawing/2014/main" id="{181CBD20-394D-4467-9DCC-F627A5A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5" name="01-09-title">
            <a:extLst xmlns:a="http://schemas.openxmlformats.org/drawingml/2006/main">
              <a:ext uri="{FF2B5EF4-FFF2-40B4-BE49-F238E27FC236}">
                <a16:creationId xmlns:a16="http://schemas.microsoft.com/office/drawing/2014/main" id="{C41B0572-B3DC-4F17-BCC6-A05B3EF8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00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규칙에서 확률로</a:t>
            </a:r>
          </a:p>
        </p:txBody>
      </p:sp>
      <p:sp>
        <p:nvSpPr>
          <p:cNvPr id="6" name="01-09-subtitle">
            <a:extLst xmlns:a="http://schemas.openxmlformats.org/drawingml/2006/main">
              <a:ext uri="{FF2B5EF4-FFF2-40B4-BE49-F238E27FC236}">
                <a16:creationId xmlns:a16="http://schemas.microsoft.com/office/drawing/2014/main" id="{2D248ACD-03F0-4751-B848-6DCAA6F3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유창함과 정확함은 다른 속성이다</a:t>
            </a:r>
          </a:p>
        </p:txBody>
      </p:sp>
    </p:spTree>
    <p:extLst>
      <p:ext uri="{BB962C8B-B14F-4D97-AF65-F5344CB8AC3E}">
        <p14:creationId xmlns:p14="http://schemas.microsoft.com/office/powerpoint/2010/main" val="12483296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01-10-footer-section">
            <a:extLst xmlns:a="http://schemas.openxmlformats.org/drawingml/2006/main">
              <a:ext uri="{FF2B5EF4-FFF2-40B4-BE49-F238E27FC236}">
                <a16:creationId xmlns:a16="http://schemas.microsoft.com/office/drawing/2014/main" id="{D2F35F23-3D24-48C7-9D6B-F55D31A1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0-footer-page">
            <a:extLst xmlns:a="http://schemas.openxmlformats.org/drawingml/2006/main">
              <a:ext uri="{FF2B5EF4-FFF2-40B4-BE49-F238E27FC236}">
                <a16:creationId xmlns:a16="http://schemas.microsoft.com/office/drawing/2014/main" id="{F928FC5C-336E-480C-BF95-915D4805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10 / 70</a:t>
            </a:r>
          </a:p>
        </p:txBody>
      </p:sp>
      <p:sp>
        <p:nvSpPr>
          <p:cNvPr id="3" name="01-10-accent-rule">
            <a:extLst xmlns:a="http://schemas.openxmlformats.org/drawingml/2006/main">
              <a:ext uri="{FF2B5EF4-FFF2-40B4-BE49-F238E27FC236}">
                <a16:creationId xmlns:a16="http://schemas.microsoft.com/office/drawing/2014/main" id="{24B593B9-DAB3-4F03-A2E0-E1B1F73B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10-title">
            <a:extLst xmlns:a="http://schemas.openxmlformats.org/drawingml/2006/main">
              <a:ext uri="{FF2B5EF4-FFF2-40B4-BE49-F238E27FC236}">
                <a16:creationId xmlns:a16="http://schemas.microsoft.com/office/drawing/2014/main" id="{61B5EB5A-45F6-4E27-BEA6-32FB933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규칙은 사람이 쓰고, 학습은 관계를 조정한다</a:t>
            </a:r>
          </a:p>
        </p:txBody>
      </p:sp>
      <p:sp>
        <p:nvSpPr>
          <p:cNvPr id="5" name="01-10-divider">
            <a:extLst xmlns:a="http://schemas.openxmlformats.org/drawingml/2006/main">
              <a:ext uri="{FF2B5EF4-FFF2-40B4-BE49-F238E27FC236}">
                <a16:creationId xmlns:a16="http://schemas.microsoft.com/office/drawing/2014/main" id="{F009EBE9-EEE4-4101-A5E1-D3618F84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2190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1-10-left-heading">
            <a:extLst xmlns:a="http://schemas.openxmlformats.org/drawingml/2006/main">
              <a:ext uri="{FF2B5EF4-FFF2-40B4-BE49-F238E27FC236}">
                <a16:creationId xmlns:a16="http://schemas.microsoft.com/office/drawing/2014/main" id="{7342ACE1-6496-4F52-B8C8-888C2CE1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규칙 기반</a:t>
            </a:r>
          </a:p>
        </p:txBody>
      </p:sp>
      <p:sp>
        <p:nvSpPr>
          <p:cNvPr id="7" name="01-10-left-dot-1">
            <a:extLst xmlns:a="http://schemas.openxmlformats.org/drawingml/2006/main">
              <a:ext uri="{FF2B5EF4-FFF2-40B4-BE49-F238E27FC236}">
                <a16:creationId xmlns:a16="http://schemas.microsoft.com/office/drawing/2014/main" id="{533B0C50-36AF-4FF3-94F3-A7AC2F13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1-10-left-line-1">
            <a:extLst xmlns:a="http://schemas.openxmlformats.org/drawingml/2006/main">
              <a:ext uri="{FF2B5EF4-FFF2-40B4-BE49-F238E27FC236}">
                <a16:creationId xmlns:a16="http://schemas.microsoft.com/office/drawing/2014/main" id="{5733D9E4-81FC-46A0-A88D-0EA010E1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462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조건을 사람이 정한다</a:t>
            </a:r>
          </a:p>
        </p:txBody>
      </p:sp>
      <p:sp>
        <p:nvSpPr>
          <p:cNvPr id="9" name="01-10-left-dot-2">
            <a:extLst xmlns:a="http://schemas.openxmlformats.org/drawingml/2006/main">
              <a:ext uri="{FF2B5EF4-FFF2-40B4-BE49-F238E27FC236}">
                <a16:creationId xmlns:a16="http://schemas.microsoft.com/office/drawing/2014/main" id="{5E91FB64-06D9-4348-98C4-5F53DD54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1-10-left-line-2">
            <a:extLst xmlns:a="http://schemas.openxmlformats.org/drawingml/2006/main">
              <a:ext uri="{FF2B5EF4-FFF2-40B4-BE49-F238E27FC236}">
                <a16:creationId xmlns:a16="http://schemas.microsoft.com/office/drawing/2014/main" id="{868C84F5-D232-4A7B-94F2-42784DFC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62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틀리면 코드를 찾아 고친다</a:t>
            </a:r>
          </a:p>
        </p:txBody>
      </p:sp>
      <p:sp>
        <p:nvSpPr>
          <p:cNvPr id="11" name="01-10-left-dot-3">
            <a:extLst xmlns:a="http://schemas.openxmlformats.org/drawingml/2006/main">
              <a:ext uri="{FF2B5EF4-FFF2-40B4-BE49-F238E27FC236}">
                <a16:creationId xmlns:a16="http://schemas.microsoft.com/office/drawing/2014/main" id="{255831FD-0C7F-4AFF-B106-22A18DD8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1-10-left-line-3">
            <a:extLst xmlns:a="http://schemas.openxmlformats.org/drawingml/2006/main">
              <a:ext uri="{FF2B5EF4-FFF2-40B4-BE49-F238E27FC236}">
                <a16:creationId xmlns:a16="http://schemas.microsoft.com/office/drawing/2014/main" id="{E83E9C3A-78B6-4EFA-89A5-3BD1A009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462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동작 이유를 설명하기 쉽다</a:t>
            </a:r>
          </a:p>
        </p:txBody>
      </p:sp>
      <p:sp>
        <p:nvSpPr>
          <p:cNvPr id="13" name="01-10-right-heading">
            <a:extLst xmlns:a="http://schemas.openxmlformats.org/drawingml/2006/main">
              <a:ext uri="{FF2B5EF4-FFF2-40B4-BE49-F238E27FC236}">
                <a16:creationId xmlns:a16="http://schemas.microsoft.com/office/drawing/2014/main" id="{8FF77E8F-7271-4E73-85C6-A292E8E4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학습 기반</a:t>
            </a:r>
          </a:p>
        </p:txBody>
      </p:sp>
      <p:sp>
        <p:nvSpPr>
          <p:cNvPr id="14" name="01-10-right-dot-1">
            <a:extLst xmlns:a="http://schemas.openxmlformats.org/drawingml/2006/main">
              <a:ext uri="{FF2B5EF4-FFF2-40B4-BE49-F238E27FC236}">
                <a16:creationId xmlns:a16="http://schemas.microsoft.com/office/drawing/2014/main" id="{AD8FA24C-3F19-4192-B1F7-8205C52D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1-10-right-line-1">
            <a:extLst xmlns:a="http://schemas.openxmlformats.org/drawingml/2006/main">
              <a:ext uri="{FF2B5EF4-FFF2-40B4-BE49-F238E27FC236}">
                <a16:creationId xmlns:a16="http://schemas.microsoft.com/office/drawing/2014/main" id="{ADD9989C-E40C-40E9-AD8C-5983A054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28850"/>
            <a:ext cx="453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데이터로 오차를 줄인다</a:t>
            </a:r>
          </a:p>
        </p:txBody>
      </p:sp>
      <p:sp>
        <p:nvSpPr>
          <p:cNvPr id="16" name="01-10-right-dot-2">
            <a:extLst xmlns:a="http://schemas.openxmlformats.org/drawingml/2006/main">
              <a:ext uri="{FF2B5EF4-FFF2-40B4-BE49-F238E27FC236}">
                <a16:creationId xmlns:a16="http://schemas.microsoft.com/office/drawing/2014/main" id="{28F90C03-6D6C-45B4-BF16-E34E995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1-10-right-line-2">
            <a:extLst xmlns:a="http://schemas.openxmlformats.org/drawingml/2006/main">
              <a:ext uri="{FF2B5EF4-FFF2-40B4-BE49-F238E27FC236}">
                <a16:creationId xmlns:a16="http://schemas.microsoft.com/office/drawing/2014/main" id="{2FD31AB4-54D5-45E7-BECB-24DACD53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453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관계를 수치로 조정한다</a:t>
            </a:r>
          </a:p>
        </p:txBody>
      </p:sp>
      <p:sp>
        <p:nvSpPr>
          <p:cNvPr id="18" name="01-10-right-dot-3">
            <a:extLst xmlns:a="http://schemas.openxmlformats.org/drawingml/2006/main">
              <a:ext uri="{FF2B5EF4-FFF2-40B4-BE49-F238E27FC236}">
                <a16:creationId xmlns:a16="http://schemas.microsoft.com/office/drawing/2014/main" id="{B44F8235-833D-4024-9448-7182069B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1-10-right-line-3">
            <a:extLst xmlns:a="http://schemas.openxmlformats.org/drawingml/2006/main">
              <a:ext uri="{FF2B5EF4-FFF2-40B4-BE49-F238E27FC236}">
                <a16:creationId xmlns:a16="http://schemas.microsoft.com/office/drawing/2014/main" id="{845F9594-CAD4-407F-AB1E-DF59CE0F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53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데이터의 한계를 물려받는다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d5a2f7d6e445d"/>
          <a:stretch xmlns:a="http://schemas.openxmlformats.org/drawingml/2006/main"/>
        </p:blipFill>
        <p:spPr>
          <a:xfrm xmlns:a="http://schemas.openxmlformats.org/drawingml/2006/main">
            <a:off x="4361256" y="4095750"/>
            <a:ext cx="3469489" cy="1952625"/>
          </a:xfrm>
          <a:prstGeom xmlns:a="http://schemas.openxmlformats.org/drawingml/2006/main" prst="rect">
            <a:avLst/>
          </a:prstGeom>
        </p:spPr>
      </p:pic>
      <p:sp>
        <p:nvSpPr>
          <p:cNvPr id="21" name="01-10-optional">
            <a:extLst xmlns:a="http://schemas.openxmlformats.org/drawingml/2006/main">
              <a:ext uri="{FF2B5EF4-FFF2-40B4-BE49-F238E27FC236}">
                <a16:creationId xmlns:a16="http://schemas.microsoft.com/office/drawing/2014/main" id="{1DF7B4D3-C43F-49E8-AAFD-3071825C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7880885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1-11-footer-section">
            <a:extLst xmlns:a="http://schemas.openxmlformats.org/drawingml/2006/main">
              <a:ext uri="{FF2B5EF4-FFF2-40B4-BE49-F238E27FC236}">
                <a16:creationId xmlns:a16="http://schemas.microsoft.com/office/drawing/2014/main" id="{F12A248B-EFC8-4FAC-B8E4-DBFFCF4A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1-footer-page">
            <a:extLst xmlns:a="http://schemas.openxmlformats.org/drawingml/2006/main">
              <a:ext uri="{FF2B5EF4-FFF2-40B4-BE49-F238E27FC236}">
                <a16:creationId xmlns:a16="http://schemas.microsoft.com/office/drawing/2014/main" id="{7873B618-41A9-4AF5-B775-D5E06E70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11 / 70</a:t>
            </a:r>
          </a:p>
        </p:txBody>
      </p:sp>
      <p:sp>
        <p:nvSpPr>
          <p:cNvPr id="3" name="01-11-accent-rule">
            <a:extLst xmlns:a="http://schemas.openxmlformats.org/drawingml/2006/main">
              <a:ext uri="{FF2B5EF4-FFF2-40B4-BE49-F238E27FC236}">
                <a16:creationId xmlns:a16="http://schemas.microsoft.com/office/drawing/2014/main" id="{B03DEC31-A28A-40D4-B1F3-3F00370F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11-title">
            <a:extLst xmlns:a="http://schemas.openxmlformats.org/drawingml/2006/main">
              <a:ext uri="{FF2B5EF4-FFF2-40B4-BE49-F238E27FC236}">
                <a16:creationId xmlns:a16="http://schemas.microsoft.com/office/drawing/2014/main" id="{8D3C44CD-4ED9-4207-8D81-A2C142E3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590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파라미터는 지식 목록이 아니다</a:t>
            </a:r>
          </a:p>
        </p:txBody>
      </p:sp>
      <p:sp>
        <p:nvSpPr>
          <p:cNvPr id="5" name="01-11-bullet-1">
            <a:extLst xmlns:a="http://schemas.openxmlformats.org/drawingml/2006/main">
              <a:ext uri="{FF2B5EF4-FFF2-40B4-BE49-F238E27FC236}">
                <a16:creationId xmlns:a16="http://schemas.microsoft.com/office/drawing/2014/main" id="{E724268D-25BC-4411-9271-A9F93621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1-11-body-1">
            <a:extLst xmlns:a="http://schemas.openxmlformats.org/drawingml/2006/main">
              <a:ext uri="{FF2B5EF4-FFF2-40B4-BE49-F238E27FC236}">
                <a16:creationId xmlns:a16="http://schemas.microsoft.com/office/drawing/2014/main" id="{A3E33E5F-DA06-4DD2-8CF1-FB0C7AA7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449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하나의 값이 하나의 규칙을 뜻하지 않는다</a:t>
            </a:r>
          </a:p>
        </p:txBody>
      </p:sp>
      <p:sp>
        <p:nvSpPr>
          <p:cNvPr id="7" name="01-11-bullet-2">
            <a:extLst xmlns:a="http://schemas.openxmlformats.org/drawingml/2006/main">
              <a:ext uri="{FF2B5EF4-FFF2-40B4-BE49-F238E27FC236}">
                <a16:creationId xmlns:a16="http://schemas.microsoft.com/office/drawing/2014/main" id="{48CF7F7E-3295-4BBD-869C-756B861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1-11-body-2">
            <a:extLst xmlns:a="http://schemas.openxmlformats.org/drawingml/2006/main">
              <a:ext uri="{FF2B5EF4-FFF2-40B4-BE49-F238E27FC236}">
                <a16:creationId xmlns:a16="http://schemas.microsoft.com/office/drawing/2014/main" id="{BA7469DE-51DD-483C-B4C2-B02A1029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49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수많은 값의 조합이 출력을 만든다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8e4942c4a4101"/>
          <a:stretch xmlns:a="http://schemas.openxmlformats.org/drawingml/2006/main"/>
        </p:blipFill>
        <p:spPr>
          <a:xfrm xmlns:a="http://schemas.openxmlformats.org/drawingml/2006/main">
            <a:off x="6191250" y="2082853"/>
            <a:ext cx="4953000" cy="2787544"/>
          </a:xfrm>
          <a:prstGeom xmlns:a="http://schemas.openxmlformats.org/drawingml/2006/main" prst="rect">
            <a:avLst/>
          </a:prstGeom>
        </p:spPr>
      </p:pic>
      <p:sp>
        <p:nvSpPr>
          <p:cNvPr id="10" name="01-11-optional">
            <a:extLst xmlns:a="http://schemas.openxmlformats.org/drawingml/2006/main">
              <a:ext uri="{FF2B5EF4-FFF2-40B4-BE49-F238E27FC236}">
                <a16:creationId xmlns:a16="http://schemas.microsoft.com/office/drawing/2014/main" id="{ABBC0077-0D42-4C1F-AA24-B2292FCF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42240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1-12-footer-section">
            <a:extLst xmlns:a="http://schemas.openxmlformats.org/drawingml/2006/main">
              <a:ext uri="{FF2B5EF4-FFF2-40B4-BE49-F238E27FC236}">
                <a16:creationId xmlns:a16="http://schemas.microsoft.com/office/drawing/2014/main" id="{5F712064-4F18-4DA7-A4FF-18A3AF7A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2-footer-page">
            <a:extLst xmlns:a="http://schemas.openxmlformats.org/drawingml/2006/main">
              <a:ext uri="{FF2B5EF4-FFF2-40B4-BE49-F238E27FC236}">
                <a16:creationId xmlns:a16="http://schemas.microsoft.com/office/drawing/2014/main" id="{8E7914B0-B029-486D-8674-180335F6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12 / 70</a:t>
            </a:r>
          </a:p>
        </p:txBody>
      </p:sp>
      <p:sp>
        <p:nvSpPr>
          <p:cNvPr id="3" name="01-12-accent-rule">
            <a:extLst xmlns:a="http://schemas.openxmlformats.org/drawingml/2006/main">
              <a:ext uri="{FF2B5EF4-FFF2-40B4-BE49-F238E27FC236}">
                <a16:creationId xmlns:a16="http://schemas.microsoft.com/office/drawing/2014/main" id="{4BA45568-63D2-4201-9BDC-7109E2C7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12-title">
            <a:extLst xmlns:a="http://schemas.openxmlformats.org/drawingml/2006/main">
              <a:ext uri="{FF2B5EF4-FFF2-40B4-BE49-F238E27FC236}">
                <a16:creationId xmlns:a16="http://schemas.microsoft.com/office/drawing/2014/main" id="{CF7DF94F-87CD-4FED-BCF0-6F1818F5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같은 입력도 맥락에 따라 후보가 달라진다</a:t>
            </a:r>
          </a:p>
        </p:txBody>
      </p:sp>
      <p:sp>
        <p:nvSpPr>
          <p:cNvPr id="5" name="01-12-prompt">
            <a:extLst xmlns:a="http://schemas.openxmlformats.org/drawingml/2006/main">
              <a:ext uri="{FF2B5EF4-FFF2-40B4-BE49-F238E27FC236}">
                <a16:creationId xmlns:a16="http://schemas.microsoft.com/office/drawing/2014/main" id="{A65188F2-FD2E-455D-9F2F-A3745509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“휴스턴은…”</a:t>
            </a:r>
          </a:p>
        </p:txBody>
      </p:sp>
      <p:sp>
        <p:nvSpPr>
          <p:cNvPr id="6" name="01-12-bullet-1">
            <a:extLst xmlns:a="http://schemas.openxmlformats.org/drawingml/2006/main">
              <a:ext uri="{FF2B5EF4-FFF2-40B4-BE49-F238E27FC236}">
                <a16:creationId xmlns:a16="http://schemas.microsoft.com/office/drawing/2014/main" id="{9C26A0B8-392C-4CA5-B389-52D2756C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7" name="01-12-body-1">
            <a:extLst xmlns:a="http://schemas.openxmlformats.org/drawingml/2006/main">
              <a:ext uri="{FF2B5EF4-FFF2-40B4-BE49-F238E27FC236}">
                <a16:creationId xmlns:a16="http://schemas.microsoft.com/office/drawing/2014/main" id="{03179854-8268-4F47-878D-A3B39FF4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449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텍사스에 있다</a:t>
            </a:r>
          </a:p>
        </p:txBody>
      </p:sp>
      <p:sp>
        <p:nvSpPr>
          <p:cNvPr id="8" name="01-12-bullet-2">
            <a:extLst xmlns:a="http://schemas.openxmlformats.org/drawingml/2006/main">
              <a:ext uri="{FF2B5EF4-FFF2-40B4-BE49-F238E27FC236}">
                <a16:creationId xmlns:a16="http://schemas.microsoft.com/office/drawing/2014/main" id="{9128EA9D-4D58-4D26-B14D-05C50A24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9" name="01-12-body-2">
            <a:extLst xmlns:a="http://schemas.openxmlformats.org/drawingml/2006/main">
              <a:ext uri="{FF2B5EF4-FFF2-40B4-BE49-F238E27FC236}">
                <a16:creationId xmlns:a16="http://schemas.microsoft.com/office/drawing/2014/main" id="{313BD71D-E16C-4649-A3A2-241A54E1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49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NASA가 있다</a:t>
            </a:r>
          </a:p>
        </p:txBody>
      </p:sp>
      <p:sp>
        <p:nvSpPr>
          <p:cNvPr id="10" name="01-12-bullet-3">
            <a:extLst xmlns:a="http://schemas.openxmlformats.org/drawingml/2006/main">
              <a:ext uri="{FF2B5EF4-FFF2-40B4-BE49-F238E27FC236}">
                <a16:creationId xmlns:a16="http://schemas.microsoft.com/office/drawing/2014/main" id="{5D821822-657E-4A72-A4D6-17BBDE0E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1" name="01-12-body-3">
            <a:extLst xmlns:a="http://schemas.openxmlformats.org/drawingml/2006/main">
              <a:ext uri="{FF2B5EF4-FFF2-40B4-BE49-F238E27FC236}">
                <a16:creationId xmlns:a16="http://schemas.microsoft.com/office/drawing/2014/main" id="{12228C77-9F3A-40CE-98AF-D00925CA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449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아주 덥다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99cc8632046f2"/>
          <a:stretch xmlns:a="http://schemas.openxmlformats.org/drawingml/2006/main"/>
        </p:blipFill>
        <p:spPr>
          <a:xfrm xmlns:a="http://schemas.openxmlformats.org/drawingml/2006/main">
            <a:off x="6191250" y="2320978"/>
            <a:ext cx="4953000" cy="2787544"/>
          </a:xfrm>
          <a:prstGeom xmlns:a="http://schemas.openxmlformats.org/drawingml/2006/main" prst="rect">
            <a:avLst/>
          </a:prstGeom>
        </p:spPr>
      </p:pic>
      <p:sp>
        <p:nvSpPr>
          <p:cNvPr id="13" name="01-12-optional">
            <a:extLst xmlns:a="http://schemas.openxmlformats.org/drawingml/2006/main">
              <a:ext uri="{FF2B5EF4-FFF2-40B4-BE49-F238E27FC236}">
                <a16:creationId xmlns:a16="http://schemas.microsoft.com/office/drawing/2014/main" id="{1012DEBA-AF18-4BFF-9399-600E2C12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8048708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-13-footer-section">
            <a:extLst xmlns:a="http://schemas.openxmlformats.org/drawingml/2006/main">
              <a:ext uri="{FF2B5EF4-FFF2-40B4-BE49-F238E27FC236}">
                <a16:creationId xmlns:a16="http://schemas.microsoft.com/office/drawing/2014/main" id="{A3964F85-F9BC-4FCF-936A-1270479F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3-footer-page">
            <a:extLst xmlns:a="http://schemas.openxmlformats.org/drawingml/2006/main">
              <a:ext uri="{FF2B5EF4-FFF2-40B4-BE49-F238E27FC236}">
                <a16:creationId xmlns:a16="http://schemas.microsoft.com/office/drawing/2014/main" id="{2C8BF8F2-FBB2-4DC8-A706-4408D622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13 / 70</a:t>
            </a:r>
          </a:p>
        </p:txBody>
      </p:sp>
      <p:sp>
        <p:nvSpPr>
          <p:cNvPr id="3" name="01-13-accent-rule">
            <a:extLst xmlns:a="http://schemas.openxmlformats.org/drawingml/2006/main">
              <a:ext uri="{FF2B5EF4-FFF2-40B4-BE49-F238E27FC236}">
                <a16:creationId xmlns:a16="http://schemas.microsoft.com/office/drawing/2014/main" id="{B937F87D-2BE8-4E14-916F-2CDC5500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13-title">
            <a:extLst xmlns:a="http://schemas.openxmlformats.org/drawingml/2006/main">
              <a:ext uri="{FF2B5EF4-FFF2-40B4-BE49-F238E27FC236}">
                <a16:creationId xmlns:a16="http://schemas.microsoft.com/office/drawing/2014/main" id="{D4951672-7AAF-4968-A4C8-A66DB248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유창함과 정확함은 다른 속성이다</a:t>
            </a:r>
          </a:p>
        </p:txBody>
      </p:sp>
      <p:sp>
        <p:nvSpPr>
          <p:cNvPr id="5" name="01-13-bullet-1">
            <a:extLst xmlns:a="http://schemas.openxmlformats.org/drawingml/2006/main">
              <a:ext uri="{FF2B5EF4-FFF2-40B4-BE49-F238E27FC236}">
                <a16:creationId xmlns:a16="http://schemas.microsoft.com/office/drawing/2014/main" id="{C90C4E4B-E1B0-44EB-B52C-DE6D3563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1-13-body-1">
            <a:extLst xmlns:a="http://schemas.openxmlformats.org/drawingml/2006/main">
              <a:ext uri="{FF2B5EF4-FFF2-40B4-BE49-F238E27FC236}">
                <a16:creationId xmlns:a16="http://schemas.microsoft.com/office/drawing/2014/main" id="{E35A81B7-17DA-4210-AC4D-5A360229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그럴듯한 문장 ≠ 이해의 증거</a:t>
            </a:r>
          </a:p>
        </p:txBody>
      </p:sp>
      <p:sp>
        <p:nvSpPr>
          <p:cNvPr id="7" name="01-13-bullet-2">
            <a:extLst xmlns:a="http://schemas.openxmlformats.org/drawingml/2006/main">
              <a:ext uri="{FF2B5EF4-FFF2-40B4-BE49-F238E27FC236}">
                <a16:creationId xmlns:a16="http://schemas.microsoft.com/office/drawing/2014/main" id="{82FA5070-15AA-4B2A-85AA-8CA2F502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1-13-body-2">
            <a:extLst xmlns:a="http://schemas.openxmlformats.org/drawingml/2006/main">
              <a:ext uri="{FF2B5EF4-FFF2-40B4-BE49-F238E27FC236}">
                <a16:creationId xmlns:a16="http://schemas.microsoft.com/office/drawing/2014/main" id="{5EC36CC1-667C-4DA4-B805-B95143A4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자연스러운 번역 ≠ 사실 확인</a:t>
            </a:r>
          </a:p>
        </p:txBody>
      </p:sp>
      <p:sp>
        <p:nvSpPr>
          <p:cNvPr id="9" name="01-13-optional">
            <a:extLst xmlns:a="http://schemas.openxmlformats.org/drawingml/2006/main">
              <a:ext uri="{FF2B5EF4-FFF2-40B4-BE49-F238E27FC236}">
                <a16:creationId xmlns:a16="http://schemas.microsoft.com/office/drawing/2014/main" id="{0B917CB8-37C4-4F37-A3CD-A1C226B3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701564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1-14-footer-section">
            <a:extLst xmlns:a="http://schemas.openxmlformats.org/drawingml/2006/main">
              <a:ext uri="{FF2B5EF4-FFF2-40B4-BE49-F238E27FC236}">
                <a16:creationId xmlns:a16="http://schemas.microsoft.com/office/drawing/2014/main" id="{44E3686A-5076-45C6-94D8-1F8C76EC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4-footer-page">
            <a:extLst xmlns:a="http://schemas.openxmlformats.org/drawingml/2006/main">
              <a:ext uri="{FF2B5EF4-FFF2-40B4-BE49-F238E27FC236}">
                <a16:creationId xmlns:a16="http://schemas.microsoft.com/office/drawing/2014/main" id="{995DE50E-59C2-4817-9F30-10ABB2B7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14 / 70</a:t>
            </a:r>
          </a:p>
        </p:txBody>
      </p:sp>
      <p:sp>
        <p:nvSpPr>
          <p:cNvPr id="3" name="01-14-accent-rule">
            <a:extLst xmlns:a="http://schemas.openxmlformats.org/drawingml/2006/main">
              <a:ext uri="{FF2B5EF4-FFF2-40B4-BE49-F238E27FC236}">
                <a16:creationId xmlns:a16="http://schemas.microsoft.com/office/drawing/2014/main" id="{93919837-0BA4-43D3-96B7-F13746F7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14-title">
            <a:extLst xmlns:a="http://schemas.openxmlformats.org/drawingml/2006/main">
              <a:ext uri="{FF2B5EF4-FFF2-40B4-BE49-F238E27FC236}">
                <a16:creationId xmlns:a16="http://schemas.microsoft.com/office/drawing/2014/main" id="{C7A8A19F-E13F-4478-B8CC-9A7C597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자연어만 번역 결과가 보장되지 않는다</a:t>
            </a:r>
          </a:p>
        </p:txBody>
      </p:sp>
      <p:sp>
        <p:nvSpPr>
          <p:cNvPr id="5" name="01-14-divider">
            <a:extLst xmlns:a="http://schemas.openxmlformats.org/drawingml/2006/main">
              <a:ext uri="{FF2B5EF4-FFF2-40B4-BE49-F238E27FC236}">
                <a16:creationId xmlns:a16="http://schemas.microsoft.com/office/drawing/2014/main" id="{2A3C11BA-330D-4638-810C-DB0F8732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1-14-left-heading">
            <a:extLst xmlns:a="http://schemas.openxmlformats.org/drawingml/2006/main">
              <a:ext uri="{FF2B5EF4-FFF2-40B4-BE49-F238E27FC236}">
                <a16:creationId xmlns:a16="http://schemas.microsoft.com/office/drawing/2014/main" id="{9044A31D-462B-4725-AF04-2505C488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컴파일러</a:t>
            </a:r>
          </a:p>
        </p:txBody>
      </p:sp>
      <p:sp>
        <p:nvSpPr>
          <p:cNvPr id="7" name="01-14-left-dot-1">
            <a:extLst xmlns:a="http://schemas.openxmlformats.org/drawingml/2006/main">
              <a:ext uri="{FF2B5EF4-FFF2-40B4-BE49-F238E27FC236}">
                <a16:creationId xmlns:a16="http://schemas.microsoft.com/office/drawing/2014/main" id="{4D7BA3E2-7730-4DAF-8752-CF2F092D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1-14-left-line-1">
            <a:extLst xmlns:a="http://schemas.openxmlformats.org/drawingml/2006/main">
              <a:ext uri="{FF2B5EF4-FFF2-40B4-BE49-F238E27FC236}">
                <a16:creationId xmlns:a16="http://schemas.microsoft.com/office/drawing/2014/main" id="{D0444E7F-F6B8-41A1-BB53-D32888DD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같은 입력</a:t>
            </a:r>
          </a:p>
        </p:txBody>
      </p:sp>
      <p:sp>
        <p:nvSpPr>
          <p:cNvPr id="9" name="01-14-left-dot-2">
            <a:extLst xmlns:a="http://schemas.openxmlformats.org/drawingml/2006/main">
              <a:ext uri="{FF2B5EF4-FFF2-40B4-BE49-F238E27FC236}">
                <a16:creationId xmlns:a16="http://schemas.microsoft.com/office/drawing/2014/main" id="{9622E816-4297-41F8-951D-0FBF1017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1-14-left-line-2">
            <a:extLst xmlns:a="http://schemas.openxmlformats.org/drawingml/2006/main">
              <a:ext uri="{FF2B5EF4-FFF2-40B4-BE49-F238E27FC236}">
                <a16:creationId xmlns:a16="http://schemas.microsoft.com/office/drawing/2014/main" id="{3F5176A3-53EA-4E36-AF70-EAECCD57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같은 번역 결과</a:t>
            </a:r>
          </a:p>
        </p:txBody>
      </p:sp>
      <p:sp>
        <p:nvSpPr>
          <p:cNvPr id="11" name="01-14-left-dot-3">
            <a:extLst xmlns:a="http://schemas.openxmlformats.org/drawingml/2006/main">
              <a:ext uri="{FF2B5EF4-FFF2-40B4-BE49-F238E27FC236}">
                <a16:creationId xmlns:a16="http://schemas.microsoft.com/office/drawing/2014/main" id="{665B3E09-9FE1-4393-8F86-1A6824B0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1-14-left-line-3">
            <a:extLst xmlns:a="http://schemas.openxmlformats.org/drawingml/2006/main">
              <a:ext uri="{FF2B5EF4-FFF2-40B4-BE49-F238E27FC236}">
                <a16:creationId xmlns:a16="http://schemas.microsoft.com/office/drawing/2014/main" id="{51B1E36E-B97D-4696-9498-31CB49A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재현 가능한 계약</a:t>
            </a:r>
          </a:p>
        </p:txBody>
      </p:sp>
      <p:sp>
        <p:nvSpPr>
          <p:cNvPr id="13" name="01-14-right-heading">
            <a:extLst xmlns:a="http://schemas.openxmlformats.org/drawingml/2006/main">
              <a:ext uri="{FF2B5EF4-FFF2-40B4-BE49-F238E27FC236}">
                <a16:creationId xmlns:a16="http://schemas.microsoft.com/office/drawing/2014/main" id="{AEB78550-A046-4336-B9D6-BE0E52D2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자연어 → LLM</a:t>
            </a:r>
          </a:p>
        </p:txBody>
      </p:sp>
      <p:sp>
        <p:nvSpPr>
          <p:cNvPr id="14" name="01-14-right-dot-1">
            <a:extLst xmlns:a="http://schemas.openxmlformats.org/drawingml/2006/main">
              <a:ext uri="{FF2B5EF4-FFF2-40B4-BE49-F238E27FC236}">
                <a16:creationId xmlns:a16="http://schemas.microsoft.com/office/drawing/2014/main" id="{8483D656-91DC-477C-B8EA-75F1FC06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1-14-right-line-1">
            <a:extLst xmlns:a="http://schemas.openxmlformats.org/drawingml/2006/main">
              <a:ext uri="{FF2B5EF4-FFF2-40B4-BE49-F238E27FC236}">
                <a16:creationId xmlns:a16="http://schemas.microsoft.com/office/drawing/2014/main" id="{5B852A58-B3C5-459A-A9E3-D6D4D00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같은 문장</a:t>
            </a:r>
          </a:p>
        </p:txBody>
      </p:sp>
      <p:sp>
        <p:nvSpPr>
          <p:cNvPr id="16" name="01-14-right-dot-2">
            <a:extLst xmlns:a="http://schemas.openxmlformats.org/drawingml/2006/main">
              <a:ext uri="{FF2B5EF4-FFF2-40B4-BE49-F238E27FC236}">
                <a16:creationId xmlns:a16="http://schemas.microsoft.com/office/drawing/2014/main" id="{E4FE8986-BAA0-4290-AEDA-FB694A40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1-14-right-line-2">
            <a:extLst xmlns:a="http://schemas.openxmlformats.org/drawingml/2006/main">
              <a:ext uri="{FF2B5EF4-FFF2-40B4-BE49-F238E27FC236}">
                <a16:creationId xmlns:a16="http://schemas.microsoft.com/office/drawing/2014/main" id="{8A4616D4-0B12-47CE-9774-6FCD485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다른 코드가 가능</a:t>
            </a:r>
          </a:p>
        </p:txBody>
      </p:sp>
      <p:sp>
        <p:nvSpPr>
          <p:cNvPr id="18" name="01-14-right-dot-3">
            <a:extLst xmlns:a="http://schemas.openxmlformats.org/drawingml/2006/main">
              <a:ext uri="{FF2B5EF4-FFF2-40B4-BE49-F238E27FC236}">
                <a16:creationId xmlns:a16="http://schemas.microsoft.com/office/drawing/2014/main" id="{0A8174A2-E572-43E2-B441-929E457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1-14-right-line-3">
            <a:extLst xmlns:a="http://schemas.openxmlformats.org/drawingml/2006/main">
              <a:ext uri="{FF2B5EF4-FFF2-40B4-BE49-F238E27FC236}">
                <a16:creationId xmlns:a16="http://schemas.microsoft.com/office/drawing/2014/main" id="{198932BE-F3BF-4970-800C-578191EF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계약을 따로 만들어야 함</a:t>
            </a:r>
          </a:p>
        </p:txBody>
      </p:sp>
    </p:spTree>
    <p:extLst>
      <p:ext uri="{BB962C8B-B14F-4D97-AF65-F5344CB8AC3E}">
        <p14:creationId xmlns:p14="http://schemas.microsoft.com/office/powerpoint/2010/main" val="3393459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1-15-footer-section">
            <a:extLst xmlns:a="http://schemas.openxmlformats.org/drawingml/2006/main">
              <a:ext uri="{FF2B5EF4-FFF2-40B4-BE49-F238E27FC236}">
                <a16:creationId xmlns:a16="http://schemas.microsoft.com/office/drawing/2014/main" id="{725C7FD9-D563-4C8B-BC11-FC65EEA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5-footer-page">
            <a:extLst xmlns:a="http://schemas.openxmlformats.org/drawingml/2006/main">
              <a:ext uri="{FF2B5EF4-FFF2-40B4-BE49-F238E27FC236}">
                <a16:creationId xmlns:a16="http://schemas.microsoft.com/office/drawing/2014/main" id="{BD3034D6-EF14-4AFA-A4FA-1CBF1C0D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15 / 70</a:t>
            </a:r>
          </a:p>
        </p:txBody>
      </p:sp>
      <p:sp>
        <p:nvSpPr>
          <p:cNvPr id="3" name="01-15-accent-rule">
            <a:extLst xmlns:a="http://schemas.openxmlformats.org/drawingml/2006/main">
              <a:ext uri="{FF2B5EF4-FFF2-40B4-BE49-F238E27FC236}">
                <a16:creationId xmlns:a16="http://schemas.microsoft.com/office/drawing/2014/main" id="{1C016285-8DA8-4A7A-B224-74DC270A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15-title">
            <a:extLst xmlns:a="http://schemas.openxmlformats.org/drawingml/2006/main">
              <a:ext uri="{FF2B5EF4-FFF2-40B4-BE49-F238E27FC236}">
                <a16:creationId xmlns:a16="http://schemas.microsoft.com/office/drawing/2014/main" id="{FC3484C7-45E3-4325-9847-5305389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실무에서는 네 방식으로 흔들린다</a:t>
            </a:r>
          </a:p>
        </p:txBody>
      </p:sp>
      <p:sp>
        <p:nvSpPr>
          <p:cNvPr id="5" name="01-15-bullet-1">
            <a:extLst xmlns:a="http://schemas.openxmlformats.org/drawingml/2006/main">
              <a:ext uri="{FF2B5EF4-FFF2-40B4-BE49-F238E27FC236}">
                <a16:creationId xmlns:a16="http://schemas.microsoft.com/office/drawing/2014/main" id="{B34D1CD5-3869-4998-B3C2-1D62A53A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1-15-body-1">
            <a:extLst xmlns:a="http://schemas.openxmlformats.org/drawingml/2006/main">
              <a:ext uri="{FF2B5EF4-FFF2-40B4-BE49-F238E27FC236}">
                <a16:creationId xmlns:a16="http://schemas.microsoft.com/office/drawing/2014/main" id="{C3FA06E8-F188-42F6-A44D-66545E47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할루시네이션 — 없는 API를 만든다</a:t>
            </a:r>
          </a:p>
        </p:txBody>
      </p:sp>
      <p:sp>
        <p:nvSpPr>
          <p:cNvPr id="7" name="01-15-bullet-2">
            <a:extLst xmlns:a="http://schemas.openxmlformats.org/drawingml/2006/main">
              <a:ext uri="{FF2B5EF4-FFF2-40B4-BE49-F238E27FC236}">
                <a16:creationId xmlns:a16="http://schemas.microsoft.com/office/drawing/2014/main" id="{E73FFB9B-1768-482A-AD51-3569049D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1-15-body-2">
            <a:extLst xmlns:a="http://schemas.openxmlformats.org/drawingml/2006/main">
              <a:ext uri="{FF2B5EF4-FFF2-40B4-BE49-F238E27FC236}">
                <a16:creationId xmlns:a16="http://schemas.microsoft.com/office/drawing/2014/main" id="{7B34982F-0558-4327-A3B6-C8458AFF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과잉 구현 — 요청하지 않은 것까지 만든다</a:t>
            </a:r>
          </a:p>
        </p:txBody>
      </p:sp>
      <p:sp>
        <p:nvSpPr>
          <p:cNvPr id="9" name="01-15-bullet-3">
            <a:extLst xmlns:a="http://schemas.openxmlformats.org/drawingml/2006/main">
              <a:ext uri="{FF2B5EF4-FFF2-40B4-BE49-F238E27FC236}">
                <a16:creationId xmlns:a16="http://schemas.microsoft.com/office/drawing/2014/main" id="{C2DB6759-74FA-4C66-9912-F4F3FB5A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1-15-body-3">
            <a:extLst xmlns:a="http://schemas.openxmlformats.org/drawingml/2006/main">
              <a:ext uri="{FF2B5EF4-FFF2-40B4-BE49-F238E27FC236}">
                <a16:creationId xmlns:a16="http://schemas.microsoft.com/office/drawing/2014/main" id="{269DD215-40B5-4469-A796-F7C85D72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누락 — 필요한 조건을 빼먹는다</a:t>
            </a:r>
          </a:p>
        </p:txBody>
      </p:sp>
      <p:sp>
        <p:nvSpPr>
          <p:cNvPr id="11" name="01-15-bullet-4">
            <a:extLst xmlns:a="http://schemas.openxmlformats.org/drawingml/2006/main">
              <a:ext uri="{FF2B5EF4-FFF2-40B4-BE49-F238E27FC236}">
                <a16:creationId xmlns:a16="http://schemas.microsoft.com/office/drawing/2014/main" id="{91CF32ED-7A4D-40FF-B615-263D67FF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2" name="01-15-body-4">
            <a:extLst xmlns:a="http://schemas.openxmlformats.org/drawingml/2006/main">
              <a:ext uri="{FF2B5EF4-FFF2-40B4-BE49-F238E27FC236}">
                <a16:creationId xmlns:a16="http://schemas.microsoft.com/office/drawing/2014/main" id="{A21E3CED-5000-465B-A71D-90504B7A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왜곡 — 요구사항의 뜻을 바꾼다</a:t>
            </a:r>
          </a:p>
        </p:txBody>
      </p:sp>
      <p:sp>
        <p:nvSpPr>
          <p:cNvPr id="13" name="01-15-optional">
            <a:extLst xmlns:a="http://schemas.openxmlformats.org/drawingml/2006/main">
              <a:ext uri="{FF2B5EF4-FFF2-40B4-BE49-F238E27FC236}">
                <a16:creationId xmlns:a16="http://schemas.microsoft.com/office/drawing/2014/main" id="{CA3AFA35-44EE-48A0-986A-10ADE2D0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957012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-16-footer-section">
            <a:extLst xmlns:a="http://schemas.openxmlformats.org/drawingml/2006/main">
              <a:ext uri="{FF2B5EF4-FFF2-40B4-BE49-F238E27FC236}">
                <a16:creationId xmlns:a16="http://schemas.microsoft.com/office/drawing/2014/main" id="{CAE7A9ED-1A22-4086-9CBE-7632FEF6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6-footer-page">
            <a:extLst xmlns:a="http://schemas.openxmlformats.org/drawingml/2006/main">
              <a:ext uri="{FF2B5EF4-FFF2-40B4-BE49-F238E27FC236}">
                <a16:creationId xmlns:a16="http://schemas.microsoft.com/office/drawing/2014/main" id="{9E577E44-429F-41B6-BCB5-E847E2BE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16 / 70</a:t>
            </a:r>
          </a:p>
        </p:txBody>
      </p:sp>
      <p:sp>
        <p:nvSpPr>
          <p:cNvPr id="3" name="01-16-accent-rule">
            <a:extLst xmlns:a="http://schemas.openxmlformats.org/drawingml/2006/main">
              <a:ext uri="{FF2B5EF4-FFF2-40B4-BE49-F238E27FC236}">
                <a16:creationId xmlns:a16="http://schemas.microsoft.com/office/drawing/2014/main" id="{ED1CB675-B01A-47B4-90FA-8267DE7A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16-title">
            <a:extLst xmlns:a="http://schemas.openxmlformats.org/drawingml/2006/main">
              <a:ext uri="{FF2B5EF4-FFF2-40B4-BE49-F238E27FC236}">
                <a16:creationId xmlns:a16="http://schemas.microsoft.com/office/drawing/2014/main" id="{2604C937-6D27-4F16-BFB9-C8C246B9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AI를 더 좋은 컴파일러로 취급하면 실패한다</a:t>
            </a:r>
          </a:p>
        </p:txBody>
      </p:sp>
      <p:sp>
        <p:nvSpPr>
          <p:cNvPr id="5" name="01-16-bullet-1">
            <a:extLst xmlns:a="http://schemas.openxmlformats.org/drawingml/2006/main">
              <a:ext uri="{FF2B5EF4-FFF2-40B4-BE49-F238E27FC236}">
                <a16:creationId xmlns:a16="http://schemas.microsoft.com/office/drawing/2014/main" id="{7D189572-409E-479E-AD86-E26703C0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1-16-body-1">
            <a:extLst xmlns:a="http://schemas.openxmlformats.org/drawingml/2006/main">
              <a:ext uri="{FF2B5EF4-FFF2-40B4-BE49-F238E27FC236}">
                <a16:creationId xmlns:a16="http://schemas.microsoft.com/office/drawing/2014/main" id="{95BC8DFE-EDAD-4E6C-8B41-4022D787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결과가 흔들리는 도구는 믿음으로 다루지 않는다</a:t>
            </a:r>
          </a:p>
        </p:txBody>
      </p:sp>
      <p:sp>
        <p:nvSpPr>
          <p:cNvPr id="7" name="01-16-bullet-2">
            <a:extLst xmlns:a="http://schemas.openxmlformats.org/drawingml/2006/main">
              <a:ext uri="{FF2B5EF4-FFF2-40B4-BE49-F238E27FC236}">
                <a16:creationId xmlns:a16="http://schemas.microsoft.com/office/drawing/2014/main" id="{B9317FD8-F278-4DED-9CF5-5E60FF34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1-16-body-2">
            <a:extLst xmlns:a="http://schemas.openxmlformats.org/drawingml/2006/main">
              <a:ext uri="{FF2B5EF4-FFF2-40B4-BE49-F238E27FC236}">
                <a16:creationId xmlns:a16="http://schemas.microsoft.com/office/drawing/2014/main" id="{6A2C1DC8-CAC2-4AEA-A085-67257C01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행동하게 하고, 관찰하고, 검증한다</a:t>
            </a:r>
          </a:p>
        </p:txBody>
      </p:sp>
      <p:sp>
        <p:nvSpPr>
          <p:cNvPr id="9" name="01-16-code">
            <a:extLst xmlns:a="http://schemas.openxmlformats.org/drawingml/2006/main">
              <a:ext uri="{FF2B5EF4-FFF2-40B4-BE49-F238E27FC236}">
                <a16:creationId xmlns:a16="http://schemas.microsoft.com/office/drawing/2014/main" id="{641735DE-834E-450C-9620-1B4E4A43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generate → observe → verify</a:t>
            </a:r>
          </a:p>
        </p:txBody>
      </p:sp>
    </p:spTree>
    <p:extLst>
      <p:ext uri="{BB962C8B-B14F-4D97-AF65-F5344CB8AC3E}">
        <p14:creationId xmlns:p14="http://schemas.microsoft.com/office/powerpoint/2010/main" val="16768380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1-17-footer-section">
            <a:extLst xmlns:a="http://schemas.openxmlformats.org/drawingml/2006/main">
              <a:ext uri="{FF2B5EF4-FFF2-40B4-BE49-F238E27FC236}">
                <a16:creationId xmlns:a16="http://schemas.microsoft.com/office/drawing/2014/main" id="{F036CC4D-CEFE-4626-9163-71B59E16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AGENT</a:t>
            </a:r>
          </a:p>
        </p:txBody>
      </p:sp>
      <p:sp>
        <p:nvSpPr>
          <p:cNvPr id="2" name="01-17-footer-page">
            <a:extLst xmlns:a="http://schemas.openxmlformats.org/drawingml/2006/main">
              <a:ext uri="{FF2B5EF4-FFF2-40B4-BE49-F238E27FC236}">
                <a16:creationId xmlns:a16="http://schemas.microsoft.com/office/drawing/2014/main" id="{C4372FA1-F5E8-4B92-9B86-BC6FB744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17 / 70</a:t>
            </a:r>
          </a:p>
        </p:txBody>
      </p:sp>
      <p:sp>
        <p:nvSpPr>
          <p:cNvPr id="3" name="01-17-accent-rule">
            <a:extLst xmlns:a="http://schemas.openxmlformats.org/drawingml/2006/main">
              <a:ext uri="{FF2B5EF4-FFF2-40B4-BE49-F238E27FC236}">
                <a16:creationId xmlns:a16="http://schemas.microsoft.com/office/drawing/2014/main" id="{E41ADE8A-C65B-4590-AF0F-CA3C586C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17-title">
            <a:extLst xmlns:a="http://schemas.openxmlformats.org/drawingml/2006/main">
              <a:ext uri="{FF2B5EF4-FFF2-40B4-BE49-F238E27FC236}">
                <a16:creationId xmlns:a16="http://schemas.microsoft.com/office/drawing/2014/main" id="{D24A4172-3154-4A4E-B07A-EF012A28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Agent는 도구를 쓰고 결과를 관찰한다</a:t>
            </a:r>
          </a:p>
        </p:txBody>
      </p:sp>
      <p:sp>
        <p:nvSpPr>
          <p:cNvPr id="5" name="01-17-arrow-1">
            <a:extLst xmlns:a="http://schemas.openxmlformats.org/drawingml/2006/main">
              <a:ext uri="{FF2B5EF4-FFF2-40B4-BE49-F238E27FC236}">
                <a16:creationId xmlns:a16="http://schemas.microsoft.com/office/drawing/2014/main" id="{369D70C4-9C7B-4772-90CB-6A22C2AD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1-17-arrow-2">
            <a:extLst xmlns:a="http://schemas.openxmlformats.org/drawingml/2006/main">
              <a:ext uri="{FF2B5EF4-FFF2-40B4-BE49-F238E27FC236}">
                <a16:creationId xmlns:a16="http://schemas.microsoft.com/office/drawing/2014/main" id="{67FF0A26-CAB8-42B9-98BE-68123241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1-17-arrow-3">
            <a:extLst xmlns:a="http://schemas.openxmlformats.org/drawingml/2006/main">
              <a:ext uri="{FF2B5EF4-FFF2-40B4-BE49-F238E27FC236}">
                <a16:creationId xmlns:a16="http://schemas.microsoft.com/office/drawing/2014/main" id="{B0BC67A8-5DAA-4E5D-9660-EAF8B5CC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1-17-arrow-4">
            <a:extLst xmlns:a="http://schemas.openxmlformats.org/drawingml/2006/main">
              <a:ext uri="{FF2B5EF4-FFF2-40B4-BE49-F238E27FC236}">
                <a16:creationId xmlns:a16="http://schemas.microsoft.com/office/drawing/2014/main" id="{38178183-A496-4B8B-BBFC-9CADC211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9" name="01-17-node-1">
            <a:extLst xmlns:a="http://schemas.openxmlformats.org/drawingml/2006/main">
              <a:ext uri="{FF2B5EF4-FFF2-40B4-BE49-F238E27FC236}">
                <a16:creationId xmlns:a16="http://schemas.microsoft.com/office/drawing/2014/main" id="{A602870D-8DD4-4D73-9FD8-9339BDC2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테스트 실행</a:t>
            </a:r>
          </a:p>
        </p:txBody>
      </p:sp>
      <p:sp>
        <p:nvSpPr>
          <p:cNvPr id="10" name="01-17-node-2">
            <a:extLst xmlns:a="http://schemas.openxmlformats.org/drawingml/2006/main">
              <a:ext uri="{FF2B5EF4-FFF2-40B4-BE49-F238E27FC236}">
                <a16:creationId xmlns:a16="http://schemas.microsoft.com/office/drawing/2014/main" id="{9CC88B1A-DB7C-4BDD-AA03-447F525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실패 관찰</a:t>
            </a:r>
          </a:p>
        </p:txBody>
      </p:sp>
      <p:sp>
        <p:nvSpPr>
          <p:cNvPr id="11" name="01-17-node-3">
            <a:extLst xmlns:a="http://schemas.openxmlformats.org/drawingml/2006/main">
              <a:ext uri="{FF2B5EF4-FFF2-40B4-BE49-F238E27FC236}">
                <a16:creationId xmlns:a16="http://schemas.microsoft.com/office/drawing/2014/main" id="{1FC43970-002E-49AC-B8E3-B238A11C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파일 검색</a:t>
            </a:r>
          </a:p>
        </p:txBody>
      </p:sp>
      <p:sp>
        <p:nvSpPr>
          <p:cNvPr id="12" name="01-17-node-4">
            <a:extLst xmlns:a="http://schemas.openxmlformats.org/drawingml/2006/main">
              <a:ext uri="{FF2B5EF4-FFF2-40B4-BE49-F238E27FC236}">
                <a16:creationId xmlns:a16="http://schemas.microsoft.com/office/drawing/2014/main" id="{B0F9508B-4E16-4BA9-B09D-62FF5F17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3" name="01-17-node-5">
            <a:extLst xmlns:a="http://schemas.openxmlformats.org/drawingml/2006/main">
              <a:ext uri="{FF2B5EF4-FFF2-40B4-BE49-F238E27FC236}">
                <a16:creationId xmlns:a16="http://schemas.microsoft.com/office/drawing/2014/main" id="{B0CF2538-8227-4480-BA65-B787A85E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재실행</a:t>
            </a:r>
          </a:p>
        </p:txBody>
      </p:sp>
      <p:sp>
        <p:nvSpPr>
          <p:cNvPr id="14" name="01-17-caption">
            <a:extLst xmlns:a="http://schemas.openxmlformats.org/drawingml/2006/main">
              <a:ext uri="{FF2B5EF4-FFF2-40B4-BE49-F238E27FC236}">
                <a16:creationId xmlns:a16="http://schemas.microsoft.com/office/drawing/2014/main" id="{D4ED7FD3-7FA5-4EF3-85C7-74E7DBAB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LLM은 텍스트를 생성한다   ·   Agent는 다음 행동을 결정하며 루프를 돈다</a:t>
            </a:r>
          </a:p>
        </p:txBody>
      </p:sp>
    </p:spTree>
    <p:extLst>
      <p:ext uri="{BB962C8B-B14F-4D97-AF65-F5344CB8AC3E}">
        <p14:creationId xmlns:p14="http://schemas.microsoft.com/office/powerpoint/2010/main" val="12725083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1-18-footer-section">
            <a:extLst xmlns:a="http://schemas.openxmlformats.org/drawingml/2006/main">
              <a:ext uri="{FF2B5EF4-FFF2-40B4-BE49-F238E27FC236}">
                <a16:creationId xmlns:a16="http://schemas.microsoft.com/office/drawing/2014/main" id="{223DFA79-85EB-45B2-948B-59B897C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왜 HARNESS인가</a:t>
            </a:r>
          </a:p>
        </p:txBody>
      </p:sp>
      <p:sp>
        <p:nvSpPr>
          <p:cNvPr id="2" name="01-18-footer-page">
            <a:extLst xmlns:a="http://schemas.openxmlformats.org/drawingml/2006/main">
              <a:ext uri="{FF2B5EF4-FFF2-40B4-BE49-F238E27FC236}">
                <a16:creationId xmlns:a16="http://schemas.microsoft.com/office/drawing/2014/main" id="{F25F0E41-B058-428C-BA7A-F9D07584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18 / 70</a:t>
            </a:r>
          </a:p>
        </p:txBody>
      </p:sp>
      <p:sp>
        <p:nvSpPr>
          <p:cNvPr id="3" name="01-18-accent-rule">
            <a:extLst xmlns:a="http://schemas.openxmlformats.org/drawingml/2006/main">
              <a:ext uri="{FF2B5EF4-FFF2-40B4-BE49-F238E27FC236}">
                <a16:creationId xmlns:a16="http://schemas.microsoft.com/office/drawing/2014/main" id="{FBC18A6C-1F07-453D-B86B-4F047CCC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1-18-title">
            <a:extLst xmlns:a="http://schemas.openxmlformats.org/drawingml/2006/main">
              <a:ext uri="{FF2B5EF4-FFF2-40B4-BE49-F238E27FC236}">
                <a16:creationId xmlns:a16="http://schemas.microsoft.com/office/drawing/2014/main" id="{CE85F827-DA15-4E04-9192-1585B558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판단 지점을 사람이 설계한다</a:t>
            </a:r>
          </a:p>
        </p:txBody>
      </p:sp>
      <p:sp>
        <p:nvSpPr>
          <p:cNvPr id="5" name="01-18-number-1">
            <a:extLst xmlns:a="http://schemas.openxmlformats.org/drawingml/2006/main">
              <a:ext uri="{FF2B5EF4-FFF2-40B4-BE49-F238E27FC236}">
                <a16:creationId xmlns:a16="http://schemas.microsoft.com/office/drawing/2014/main" id="{23F2423E-2B96-4463-B488-B0E04EF7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01-18-rule-1">
            <a:extLst xmlns:a="http://schemas.openxmlformats.org/drawingml/2006/main">
              <a:ext uri="{FF2B5EF4-FFF2-40B4-BE49-F238E27FC236}">
                <a16:creationId xmlns:a16="http://schemas.microsoft.com/office/drawing/2014/main" id="{FB87A52C-F06F-4AF3-90D8-36F7ECA2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7" name="01-18-summary-1">
            <a:extLst xmlns:a="http://schemas.openxmlformats.org/drawingml/2006/main">
              <a:ext uri="{FF2B5EF4-FFF2-40B4-BE49-F238E27FC236}">
                <a16:creationId xmlns:a16="http://schemas.microsoft.com/office/drawing/2014/main" id="{DE30A087-BD06-43FE-903A-79A189FB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526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Agent는 판단을 흉내 낸다</a:t>
            </a:r>
          </a:p>
        </p:txBody>
      </p:sp>
      <p:sp>
        <p:nvSpPr>
          <p:cNvPr id="8" name="01-18-number-2">
            <a:extLst xmlns:a="http://schemas.openxmlformats.org/drawingml/2006/main">
              <a:ext uri="{FF2B5EF4-FFF2-40B4-BE49-F238E27FC236}">
                <a16:creationId xmlns:a16="http://schemas.microsoft.com/office/drawing/2014/main" id="{E7466D51-53C3-4965-82C6-B794AAB1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9" name="01-18-rule-2">
            <a:extLst xmlns:a="http://schemas.openxmlformats.org/drawingml/2006/main">
              <a:ext uri="{FF2B5EF4-FFF2-40B4-BE49-F238E27FC236}">
                <a16:creationId xmlns:a16="http://schemas.microsoft.com/office/drawing/2014/main" id="{05E7B85D-8ABC-41B5-BCA9-C7BF3FDC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01-18-summary-2">
            <a:extLst xmlns:a="http://schemas.openxmlformats.org/drawingml/2006/main">
              <a:ext uri="{FF2B5EF4-FFF2-40B4-BE49-F238E27FC236}">
                <a16:creationId xmlns:a16="http://schemas.microsoft.com/office/drawing/2014/main" id="{D47AB3BB-DA8B-4937-8A28-E5846996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사람은 위임 경계와 실패 비용을 저울질한다</a:t>
            </a:r>
          </a:p>
        </p:txBody>
      </p:sp>
      <p:sp>
        <p:nvSpPr>
          <p:cNvPr id="11" name="01-18-number-3">
            <a:extLst xmlns:a="http://schemas.openxmlformats.org/drawingml/2006/main">
              <a:ext uri="{FF2B5EF4-FFF2-40B4-BE49-F238E27FC236}">
                <a16:creationId xmlns:a16="http://schemas.microsoft.com/office/drawing/2014/main" id="{E670CD8A-ADE7-4088-9944-BFE8F35B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01-18-rule-3">
            <a:extLst xmlns:a="http://schemas.openxmlformats.org/drawingml/2006/main">
              <a:ext uri="{FF2B5EF4-FFF2-40B4-BE49-F238E27FC236}">
                <a16:creationId xmlns:a16="http://schemas.microsoft.com/office/drawing/2014/main" id="{CAA3F5E5-4C6D-4F31-9190-1C38009A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3" name="01-18-summary-3">
            <a:extLst xmlns:a="http://schemas.openxmlformats.org/drawingml/2006/main">
              <a:ext uri="{FF2B5EF4-FFF2-40B4-BE49-F238E27FC236}">
                <a16:creationId xmlns:a16="http://schemas.microsoft.com/office/drawing/2014/main" id="{369897F9-1AD2-4138-9447-B8D693B8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862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검증 가능한 만큼만 맡긴다</a:t>
            </a:r>
          </a:p>
        </p:txBody>
      </p:sp>
    </p:spTree>
    <p:extLst>
      <p:ext uri="{BB962C8B-B14F-4D97-AF65-F5344CB8AC3E}">
        <p14:creationId xmlns:p14="http://schemas.microsoft.com/office/powerpoint/2010/main" val="3546860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2-01-footer-section">
            <a:extLst xmlns:a="http://schemas.openxmlformats.org/drawingml/2006/main">
              <a:ext uri="{FF2B5EF4-FFF2-40B4-BE49-F238E27FC236}">
                <a16:creationId xmlns:a16="http://schemas.microsoft.com/office/drawing/2014/main" id="{3DFB3EC8-29A6-4164-97B0-3E0E1F5B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01-footer-page">
            <a:extLst xmlns:a="http://schemas.openxmlformats.org/drawingml/2006/main">
              <a:ext uri="{FF2B5EF4-FFF2-40B4-BE49-F238E27FC236}">
                <a16:creationId xmlns:a16="http://schemas.microsoft.com/office/drawing/2014/main" id="{4D7FAEF9-155D-404D-9C1F-DB76CEDF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19 / 70</a:t>
            </a:r>
          </a:p>
        </p:txBody>
      </p:sp>
      <p:sp>
        <p:nvSpPr>
          <p:cNvPr id="3" name="02-01-accent-rule">
            <a:extLst xmlns:a="http://schemas.openxmlformats.org/drawingml/2006/main">
              <a:ext uri="{FF2B5EF4-FFF2-40B4-BE49-F238E27FC236}">
                <a16:creationId xmlns:a16="http://schemas.microsoft.com/office/drawing/2014/main" id="{0DF263C0-D5A2-4AA6-8A0D-DA01F038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01-label">
            <a:extLst xmlns:a="http://schemas.openxmlformats.org/drawingml/2006/main">
              <a:ext uri="{FF2B5EF4-FFF2-40B4-BE49-F238E27FC236}">
                <a16:creationId xmlns:a16="http://schemas.microsoft.com/office/drawing/2014/main" id="{EEFE0E35-DE0B-4D01-B28C-6A77F404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5" name="02-01-title">
            <a:extLst xmlns:a="http://schemas.openxmlformats.org/drawingml/2006/main">
              <a:ext uri="{FF2B5EF4-FFF2-40B4-BE49-F238E27FC236}">
                <a16:creationId xmlns:a16="http://schemas.microsoft.com/office/drawing/2014/main" id="{CB4B2A92-8359-4BC1-9374-63B7A145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00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판단력은 모델이 아니라 환경에서 나온다</a:t>
            </a:r>
          </a:p>
        </p:txBody>
      </p:sp>
      <p:sp>
        <p:nvSpPr>
          <p:cNvPr id="6" name="02-01-subtitle">
            <a:extLst xmlns:a="http://schemas.openxmlformats.org/drawingml/2006/main">
              <a:ext uri="{FF2B5EF4-FFF2-40B4-BE49-F238E27FC236}">
                <a16:creationId xmlns:a16="http://schemas.microsoft.com/office/drawing/2014/main" id="{00DC1860-A691-4219-BCEC-D5F1E458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AI가 일하는 환경을 설계한다</a:t>
            </a:r>
          </a:p>
        </p:txBody>
      </p:sp>
    </p:spTree>
    <p:extLst>
      <p:ext uri="{BB962C8B-B14F-4D97-AF65-F5344CB8AC3E}">
        <p14:creationId xmlns:p14="http://schemas.microsoft.com/office/powerpoint/2010/main" val="269336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2-02-footer-section">
            <a:extLst xmlns:a="http://schemas.openxmlformats.org/drawingml/2006/main">
              <a:ext uri="{FF2B5EF4-FFF2-40B4-BE49-F238E27FC236}">
                <a16:creationId xmlns:a16="http://schemas.microsoft.com/office/drawing/2014/main" id="{892BF849-5125-4CB1-8019-13C66D07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02-footer-page">
            <a:extLst xmlns:a="http://schemas.openxmlformats.org/drawingml/2006/main">
              <a:ext uri="{FF2B5EF4-FFF2-40B4-BE49-F238E27FC236}">
                <a16:creationId xmlns:a16="http://schemas.microsoft.com/office/drawing/2014/main" id="{10DC73F4-455C-4B64-B219-9A0BED2F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20 / 70</a:t>
            </a:r>
          </a:p>
        </p:txBody>
      </p:sp>
      <p:sp>
        <p:nvSpPr>
          <p:cNvPr id="3" name="02-02-accent-rule">
            <a:extLst xmlns:a="http://schemas.openxmlformats.org/drawingml/2006/main">
              <a:ext uri="{FF2B5EF4-FFF2-40B4-BE49-F238E27FC236}">
                <a16:creationId xmlns:a16="http://schemas.microsoft.com/office/drawing/2014/main" id="{1E0E514C-57C0-4E65-A7FC-EE7F9B1B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02-title">
            <a:extLst xmlns:a="http://schemas.openxmlformats.org/drawingml/2006/main">
              <a:ext uri="{FF2B5EF4-FFF2-40B4-BE49-F238E27FC236}">
                <a16:creationId xmlns:a16="http://schemas.microsoft.com/office/drawing/2014/main" id="{F11A8682-6C5D-4D01-BC76-6BAB446F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프롬프트에서 루프까지 관심사가 넓어졌다</a:t>
            </a:r>
          </a:p>
        </p:txBody>
      </p:sp>
      <p:sp>
        <p:nvSpPr>
          <p:cNvPr id="5" name="02-02-arrow-1">
            <a:extLst xmlns:a="http://schemas.openxmlformats.org/drawingml/2006/main">
              <a:ext uri="{FF2B5EF4-FFF2-40B4-BE49-F238E27FC236}">
                <a16:creationId xmlns:a16="http://schemas.microsoft.com/office/drawing/2014/main" id="{CBC9AE5D-3DE9-4C92-ABA2-ECB29D14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2-02-arrow-2">
            <a:extLst xmlns:a="http://schemas.openxmlformats.org/drawingml/2006/main">
              <a:ext uri="{FF2B5EF4-FFF2-40B4-BE49-F238E27FC236}">
                <a16:creationId xmlns:a16="http://schemas.microsoft.com/office/drawing/2014/main" id="{20E629CF-9A74-4558-BA3A-12ADEEA1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2-02-arrow-3">
            <a:extLst xmlns:a="http://schemas.openxmlformats.org/drawingml/2006/main">
              <a:ext uri="{FF2B5EF4-FFF2-40B4-BE49-F238E27FC236}">
                <a16:creationId xmlns:a16="http://schemas.microsoft.com/office/drawing/2014/main" id="{8B10B6A0-C43D-46BA-85C5-C0640F94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2-02-node-1">
            <a:extLst xmlns:a="http://schemas.openxmlformats.org/drawingml/2006/main">
              <a:ext uri="{FF2B5EF4-FFF2-40B4-BE49-F238E27FC236}">
                <a16:creationId xmlns:a16="http://schemas.microsoft.com/office/drawing/2014/main" id="{47F20B36-0423-4A18-A6BA-B17E23CC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Prompt</a:t>
            </a:r>
          </a:p>
        </p:txBody>
      </p:sp>
      <p:sp>
        <p:nvSpPr>
          <p:cNvPr id="9" name="02-02-node-2">
            <a:extLst xmlns:a="http://schemas.openxmlformats.org/drawingml/2006/main">
              <a:ext uri="{FF2B5EF4-FFF2-40B4-BE49-F238E27FC236}">
                <a16:creationId xmlns:a16="http://schemas.microsoft.com/office/drawing/2014/main" id="{0069F3E1-90CB-4002-9363-76F9DED7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Context</a:t>
            </a:r>
          </a:p>
        </p:txBody>
      </p:sp>
      <p:sp>
        <p:nvSpPr>
          <p:cNvPr id="10" name="02-02-node-3">
            <a:extLst xmlns:a="http://schemas.openxmlformats.org/drawingml/2006/main">
              <a:ext uri="{FF2B5EF4-FFF2-40B4-BE49-F238E27FC236}">
                <a16:creationId xmlns:a16="http://schemas.microsoft.com/office/drawing/2014/main" id="{9613CCF3-C166-41E3-8A86-E299E7A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Harness</a:t>
            </a:r>
          </a:p>
        </p:txBody>
      </p:sp>
      <p:sp>
        <p:nvSpPr>
          <p:cNvPr id="11" name="02-02-node-4">
            <a:extLst xmlns:a="http://schemas.openxmlformats.org/drawingml/2006/main">
              <a:ext uri="{FF2B5EF4-FFF2-40B4-BE49-F238E27FC236}">
                <a16:creationId xmlns:a16="http://schemas.microsoft.com/office/drawing/2014/main" id="{21BA42F9-083E-4699-8EEC-54A230B3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Loop</a:t>
            </a:r>
          </a:p>
        </p:txBody>
      </p:sp>
      <p:sp>
        <p:nvSpPr>
          <p:cNvPr id="12" name="02-02-caption">
            <a:extLst xmlns:a="http://schemas.openxmlformats.org/drawingml/2006/main">
              <a:ext uri="{FF2B5EF4-FFF2-40B4-BE49-F238E27FC236}">
                <a16:creationId xmlns:a16="http://schemas.microsoft.com/office/drawing/2014/main" id="{CE39EDCA-1194-4FF9-A072-58A01A1E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이 순서는 업계의 합의된 연표가 아니라 내가 읽는 흐름이다</a:t>
            </a:r>
          </a:p>
        </p:txBody>
      </p:sp>
      <p:sp>
        <p:nvSpPr>
          <p:cNvPr id="13" name="02-02-optional">
            <a:extLst xmlns:a="http://schemas.openxmlformats.org/drawingml/2006/main">
              <a:ext uri="{FF2B5EF4-FFF2-40B4-BE49-F238E27FC236}">
                <a16:creationId xmlns:a16="http://schemas.microsoft.com/office/drawing/2014/main" id="{539805A2-106E-4EF8-A018-9C982F17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9668178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02-03-footer-section">
            <a:extLst xmlns:a="http://schemas.openxmlformats.org/drawingml/2006/main">
              <a:ext uri="{FF2B5EF4-FFF2-40B4-BE49-F238E27FC236}">
                <a16:creationId xmlns:a16="http://schemas.microsoft.com/office/drawing/2014/main" id="{6E757771-7127-4DEC-B4A9-0C82148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03-footer-page">
            <a:extLst xmlns:a="http://schemas.openxmlformats.org/drawingml/2006/main">
              <a:ext uri="{FF2B5EF4-FFF2-40B4-BE49-F238E27FC236}">
                <a16:creationId xmlns:a16="http://schemas.microsoft.com/office/drawing/2014/main" id="{39A7F83D-5FF0-40B2-8195-FDA703E3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21 / 70</a:t>
            </a:r>
          </a:p>
        </p:txBody>
      </p:sp>
      <p:sp>
        <p:nvSpPr>
          <p:cNvPr id="3" name="02-03-accent-rule">
            <a:extLst xmlns:a="http://schemas.openxmlformats.org/drawingml/2006/main">
              <a:ext uri="{FF2B5EF4-FFF2-40B4-BE49-F238E27FC236}">
                <a16:creationId xmlns:a16="http://schemas.microsoft.com/office/drawing/2014/main" id="{2EE39BBA-2A53-44E2-AC97-613A2190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03-title">
            <a:extLst xmlns:a="http://schemas.openxmlformats.org/drawingml/2006/main">
              <a:ext uri="{FF2B5EF4-FFF2-40B4-BE49-F238E27FC236}">
                <a16:creationId xmlns:a16="http://schemas.microsoft.com/office/drawing/2014/main" id="{F9956580-DC23-466B-BA98-7FF93598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목표는 인간 없는 루프가 아니다</a:t>
            </a:r>
          </a:p>
        </p:txBody>
      </p:sp>
      <p:sp>
        <p:nvSpPr>
          <p:cNvPr id="5" name="02-03-divider">
            <a:extLst xmlns:a="http://schemas.openxmlformats.org/drawingml/2006/main">
              <a:ext uri="{FF2B5EF4-FFF2-40B4-BE49-F238E27FC236}">
                <a16:creationId xmlns:a16="http://schemas.microsoft.com/office/drawing/2014/main" id="{DF622A22-694F-4A65-98F4-920E7672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2-03-left-heading">
            <a:extLst xmlns:a="http://schemas.openxmlformats.org/drawingml/2006/main">
              <a:ext uri="{FF2B5EF4-FFF2-40B4-BE49-F238E27FC236}">
                <a16:creationId xmlns:a16="http://schemas.microsoft.com/office/drawing/2014/main" id="{1B19F983-FB91-4D77-B1CA-7F02291F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AI가 맡는 일</a:t>
            </a:r>
          </a:p>
        </p:txBody>
      </p:sp>
      <p:sp>
        <p:nvSpPr>
          <p:cNvPr id="7" name="02-03-left-dot-1">
            <a:extLst xmlns:a="http://schemas.openxmlformats.org/drawingml/2006/main">
              <a:ext uri="{FF2B5EF4-FFF2-40B4-BE49-F238E27FC236}">
                <a16:creationId xmlns:a16="http://schemas.microsoft.com/office/drawing/2014/main" id="{604B7108-C009-41EC-88F9-FF221A18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2-03-left-line-1">
            <a:extLst xmlns:a="http://schemas.openxmlformats.org/drawingml/2006/main">
              <a:ext uri="{FF2B5EF4-FFF2-40B4-BE49-F238E27FC236}">
                <a16:creationId xmlns:a16="http://schemas.microsoft.com/office/drawing/2014/main" id="{8964DD52-B4A6-4B04-B48D-93B7E156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코드 생성</a:t>
            </a:r>
          </a:p>
        </p:txBody>
      </p:sp>
      <p:sp>
        <p:nvSpPr>
          <p:cNvPr id="9" name="02-03-left-dot-2">
            <a:extLst xmlns:a="http://schemas.openxmlformats.org/drawingml/2006/main">
              <a:ext uri="{FF2B5EF4-FFF2-40B4-BE49-F238E27FC236}">
                <a16:creationId xmlns:a16="http://schemas.microsoft.com/office/drawing/2014/main" id="{CE2ED68A-A1BE-427C-A046-8D5A6028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2-03-left-line-2">
            <a:extLst xmlns:a="http://schemas.openxmlformats.org/drawingml/2006/main">
              <a:ext uri="{FF2B5EF4-FFF2-40B4-BE49-F238E27FC236}">
                <a16:creationId xmlns:a16="http://schemas.microsoft.com/office/drawing/2014/main" id="{E6500998-8500-45B4-8CDE-B3089183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도구 실행</a:t>
            </a:r>
          </a:p>
        </p:txBody>
      </p:sp>
      <p:sp>
        <p:nvSpPr>
          <p:cNvPr id="11" name="02-03-left-dot-3">
            <a:extLst xmlns:a="http://schemas.openxmlformats.org/drawingml/2006/main">
              <a:ext uri="{FF2B5EF4-FFF2-40B4-BE49-F238E27FC236}">
                <a16:creationId xmlns:a16="http://schemas.microsoft.com/office/drawing/2014/main" id="{2A41C390-086E-4174-A5D8-FC13E20F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2-03-left-line-3">
            <a:extLst xmlns:a="http://schemas.openxmlformats.org/drawingml/2006/main">
              <a:ext uri="{FF2B5EF4-FFF2-40B4-BE49-F238E27FC236}">
                <a16:creationId xmlns:a16="http://schemas.microsoft.com/office/drawing/2014/main" id="{08ECD04D-ABCD-45BE-930A-F21A7115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검증 결과 관찰</a:t>
            </a:r>
          </a:p>
        </p:txBody>
      </p:sp>
      <p:sp>
        <p:nvSpPr>
          <p:cNvPr id="13" name="02-03-left-dot-4">
            <a:extLst xmlns:a="http://schemas.openxmlformats.org/drawingml/2006/main">
              <a:ext uri="{FF2B5EF4-FFF2-40B4-BE49-F238E27FC236}">
                <a16:creationId xmlns:a16="http://schemas.microsoft.com/office/drawing/2014/main" id="{079F390E-A5A1-43F0-BBDE-8FBB5AF2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4" name="02-03-left-line-4">
            <a:extLst xmlns:a="http://schemas.openxmlformats.org/drawingml/2006/main">
              <a:ext uri="{FF2B5EF4-FFF2-40B4-BE49-F238E27FC236}">
                <a16:creationId xmlns:a16="http://schemas.microsoft.com/office/drawing/2014/main" id="{A84E087E-6C6F-4DC0-9806-AE1107DF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수정과 재검증</a:t>
            </a:r>
          </a:p>
        </p:txBody>
      </p:sp>
      <p:sp>
        <p:nvSpPr>
          <p:cNvPr id="15" name="02-03-right-heading">
            <a:extLst xmlns:a="http://schemas.openxmlformats.org/drawingml/2006/main">
              <a:ext uri="{FF2B5EF4-FFF2-40B4-BE49-F238E27FC236}">
                <a16:creationId xmlns:a16="http://schemas.microsoft.com/office/drawing/2014/main" id="{4255956F-7113-431D-B351-F1823C59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사람이 맡는 일</a:t>
            </a:r>
          </a:p>
        </p:txBody>
      </p:sp>
      <p:sp>
        <p:nvSpPr>
          <p:cNvPr id="16" name="02-03-right-dot-1">
            <a:extLst xmlns:a="http://schemas.openxmlformats.org/drawingml/2006/main">
              <a:ext uri="{FF2B5EF4-FFF2-40B4-BE49-F238E27FC236}">
                <a16:creationId xmlns:a16="http://schemas.microsoft.com/office/drawing/2014/main" id="{6CD6403B-11C0-4873-859D-C8E7E8F1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2-03-right-line-1">
            <a:extLst xmlns:a="http://schemas.openxmlformats.org/drawingml/2006/main">
              <a:ext uri="{FF2B5EF4-FFF2-40B4-BE49-F238E27FC236}">
                <a16:creationId xmlns:a16="http://schemas.microsoft.com/office/drawing/2014/main" id="{1B636FA5-2469-4C58-B195-5647C351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목적과 범위</a:t>
            </a:r>
          </a:p>
        </p:txBody>
      </p:sp>
      <p:sp>
        <p:nvSpPr>
          <p:cNvPr id="18" name="02-03-right-dot-2">
            <a:extLst xmlns:a="http://schemas.openxmlformats.org/drawingml/2006/main">
              <a:ext uri="{FF2B5EF4-FFF2-40B4-BE49-F238E27FC236}">
                <a16:creationId xmlns:a16="http://schemas.microsoft.com/office/drawing/2014/main" id="{D7DEEE6F-D27B-4A7A-BCB0-EB5599C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2-03-right-line-2">
            <a:extLst xmlns:a="http://schemas.openxmlformats.org/drawingml/2006/main">
              <a:ext uri="{FF2B5EF4-FFF2-40B4-BE49-F238E27FC236}">
                <a16:creationId xmlns:a16="http://schemas.microsoft.com/office/drawing/2014/main" id="{C69D020C-C680-4657-9C62-DF7B0D04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위임 경계</a:t>
            </a:r>
          </a:p>
        </p:txBody>
      </p:sp>
      <p:sp>
        <p:nvSpPr>
          <p:cNvPr id="20" name="02-03-right-dot-3">
            <a:extLst xmlns:a="http://schemas.openxmlformats.org/drawingml/2006/main">
              <a:ext uri="{FF2B5EF4-FFF2-40B4-BE49-F238E27FC236}">
                <a16:creationId xmlns:a16="http://schemas.microsoft.com/office/drawing/2014/main" id="{4266FFB8-217B-4E9F-A4C5-19985963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21" name="02-03-right-line-3">
            <a:extLst xmlns:a="http://schemas.openxmlformats.org/drawingml/2006/main">
              <a:ext uri="{FF2B5EF4-FFF2-40B4-BE49-F238E27FC236}">
                <a16:creationId xmlns:a16="http://schemas.microsoft.com/office/drawing/2014/main" id="{F4C3EEF9-4368-4F1A-AE36-BAC6B120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05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승인과 우선순위</a:t>
            </a:r>
          </a:p>
        </p:txBody>
      </p:sp>
      <p:sp>
        <p:nvSpPr>
          <p:cNvPr id="22" name="02-03-right-dot-4">
            <a:extLst xmlns:a="http://schemas.openxmlformats.org/drawingml/2006/main">
              <a:ext uri="{FF2B5EF4-FFF2-40B4-BE49-F238E27FC236}">
                <a16:creationId xmlns:a16="http://schemas.microsoft.com/office/drawing/2014/main" id="{245EE87F-F890-4C5B-BE70-4BA4B7AD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23" name="02-03-right-line-4">
            <a:extLst xmlns:a="http://schemas.openxmlformats.org/drawingml/2006/main">
              <a:ext uri="{FF2B5EF4-FFF2-40B4-BE49-F238E27FC236}">
                <a16:creationId xmlns:a16="http://schemas.microsoft.com/office/drawing/2014/main" id="{ADB82D23-E7F0-4BE3-AB75-9539F572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최종 책임</a:t>
            </a:r>
          </a:p>
        </p:txBody>
      </p:sp>
    </p:spTree>
    <p:extLst>
      <p:ext uri="{BB962C8B-B14F-4D97-AF65-F5344CB8AC3E}">
        <p14:creationId xmlns:p14="http://schemas.microsoft.com/office/powerpoint/2010/main" val="16072206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2-04-footer-section">
            <a:extLst xmlns:a="http://schemas.openxmlformats.org/drawingml/2006/main">
              <a:ext uri="{FF2B5EF4-FFF2-40B4-BE49-F238E27FC236}">
                <a16:creationId xmlns:a16="http://schemas.microsoft.com/office/drawing/2014/main" id="{6E90C702-43B7-4014-A8B2-283FBB45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04-footer-page">
            <a:extLst xmlns:a="http://schemas.openxmlformats.org/drawingml/2006/main">
              <a:ext uri="{FF2B5EF4-FFF2-40B4-BE49-F238E27FC236}">
                <a16:creationId xmlns:a16="http://schemas.microsoft.com/office/drawing/2014/main" id="{C5184286-333D-4E7F-BFE7-99F70E89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22 / 70</a:t>
            </a:r>
          </a:p>
        </p:txBody>
      </p:sp>
      <p:sp>
        <p:nvSpPr>
          <p:cNvPr id="3" name="02-04-accent-rule">
            <a:extLst xmlns:a="http://schemas.openxmlformats.org/drawingml/2006/main">
              <a:ext uri="{FF2B5EF4-FFF2-40B4-BE49-F238E27FC236}">
                <a16:creationId xmlns:a16="http://schemas.microsoft.com/office/drawing/2014/main" id="{E678E48E-D66F-42EA-AF82-533921C7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04-title">
            <a:extLst xmlns:a="http://schemas.openxmlformats.org/drawingml/2006/main">
              <a:ext uri="{FF2B5EF4-FFF2-40B4-BE49-F238E27FC236}">
                <a16:creationId xmlns:a16="http://schemas.microsoft.com/office/drawing/2014/main" id="{03BCD5E4-C318-4685-B7CD-A3A5F8D5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Harness는 AI Agent가 일하는 환경이다</a:t>
            </a:r>
          </a:p>
        </p:txBody>
      </p:sp>
      <p:sp>
        <p:nvSpPr>
          <p:cNvPr id="5" name="02-04-bullet-1">
            <a:extLst xmlns:a="http://schemas.openxmlformats.org/drawingml/2006/main">
              <a:ext uri="{FF2B5EF4-FFF2-40B4-BE49-F238E27FC236}">
                <a16:creationId xmlns:a16="http://schemas.microsoft.com/office/drawing/2014/main" id="{0AFF0125-BD6F-44A7-8F5A-17F91F2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2-04-body-1">
            <a:extLst xmlns:a="http://schemas.openxmlformats.org/drawingml/2006/main">
              <a:ext uri="{FF2B5EF4-FFF2-40B4-BE49-F238E27FC236}">
                <a16:creationId xmlns:a16="http://schemas.microsoft.com/office/drawing/2014/main" id="{50A576FA-D9FE-452B-8E01-B2B3EA77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권한 · 도구 · 검증 · 상태 · 관측</a:t>
            </a:r>
          </a:p>
        </p:txBody>
      </p:sp>
      <p:sp>
        <p:nvSpPr>
          <p:cNvPr id="7" name="02-04-bullet-2">
            <a:extLst xmlns:a="http://schemas.openxmlformats.org/drawingml/2006/main">
              <a:ext uri="{FF2B5EF4-FFF2-40B4-BE49-F238E27FC236}">
                <a16:creationId xmlns:a16="http://schemas.microsoft.com/office/drawing/2014/main" id="{6232B9A1-138B-4463-B53E-B15419C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2-04-body-2">
            <a:extLst xmlns:a="http://schemas.openxmlformats.org/drawingml/2006/main">
              <a:ext uri="{FF2B5EF4-FFF2-40B4-BE49-F238E27FC236}">
                <a16:creationId xmlns:a16="http://schemas.microsoft.com/office/drawing/2014/main" id="{E7ED21D4-A603-48B3-A9E2-19D76BAD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AI의 출력을 쓸모 있는 방향으로 전달하는 구조</a:t>
            </a:r>
          </a:p>
        </p:txBody>
      </p:sp>
    </p:spTree>
    <p:extLst>
      <p:ext uri="{BB962C8B-B14F-4D97-AF65-F5344CB8AC3E}">
        <p14:creationId xmlns:p14="http://schemas.microsoft.com/office/powerpoint/2010/main" val="5281474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2-05-footer-section">
            <a:extLst xmlns:a="http://schemas.openxmlformats.org/drawingml/2006/main">
              <a:ext uri="{FF2B5EF4-FFF2-40B4-BE49-F238E27FC236}">
                <a16:creationId xmlns:a16="http://schemas.microsoft.com/office/drawing/2014/main" id="{F0306553-6AEC-40B7-98CD-3A0DDD54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05-footer-page">
            <a:extLst xmlns:a="http://schemas.openxmlformats.org/drawingml/2006/main">
              <a:ext uri="{FF2B5EF4-FFF2-40B4-BE49-F238E27FC236}">
                <a16:creationId xmlns:a16="http://schemas.microsoft.com/office/drawing/2014/main" id="{55A926BB-8001-42E0-84F6-1B36CF88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23 / 70</a:t>
            </a:r>
          </a:p>
        </p:txBody>
      </p:sp>
      <p:sp>
        <p:nvSpPr>
          <p:cNvPr id="3" name="02-05-accent-rule">
            <a:extLst xmlns:a="http://schemas.openxmlformats.org/drawingml/2006/main">
              <a:ext uri="{FF2B5EF4-FFF2-40B4-BE49-F238E27FC236}">
                <a16:creationId xmlns:a16="http://schemas.microsoft.com/office/drawing/2014/main" id="{21FAE154-3559-4618-97AF-1E88994C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05-title">
            <a:extLst xmlns:a="http://schemas.openxmlformats.org/drawingml/2006/main">
              <a:ext uri="{FF2B5EF4-FFF2-40B4-BE49-F238E27FC236}">
                <a16:creationId xmlns:a16="http://schemas.microsoft.com/office/drawing/2014/main" id="{E8F8E996-8C01-40EC-9158-9E6599E5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다섯 축은 다섯 개의 질문이다</a:t>
            </a:r>
          </a:p>
        </p:txBody>
      </p:sp>
      <p:sp>
        <p:nvSpPr>
          <p:cNvPr id="5" name="02-05-arrow-1">
            <a:extLst xmlns:a="http://schemas.openxmlformats.org/drawingml/2006/main">
              <a:ext uri="{FF2B5EF4-FFF2-40B4-BE49-F238E27FC236}">
                <a16:creationId xmlns:a16="http://schemas.microsoft.com/office/drawing/2014/main" id="{9AC349A7-89E2-4FF4-A685-31E19E8B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2-05-arrow-2">
            <a:extLst xmlns:a="http://schemas.openxmlformats.org/drawingml/2006/main">
              <a:ext uri="{FF2B5EF4-FFF2-40B4-BE49-F238E27FC236}">
                <a16:creationId xmlns:a16="http://schemas.microsoft.com/office/drawing/2014/main" id="{1E53D3F2-EA1D-4847-A2B1-5CEAAFD8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2-05-arrow-3">
            <a:extLst xmlns:a="http://schemas.openxmlformats.org/drawingml/2006/main">
              <a:ext uri="{FF2B5EF4-FFF2-40B4-BE49-F238E27FC236}">
                <a16:creationId xmlns:a16="http://schemas.microsoft.com/office/drawing/2014/main" id="{7DDC4171-CF90-4AED-887F-269323C9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2-05-arrow-4">
            <a:extLst xmlns:a="http://schemas.openxmlformats.org/drawingml/2006/main">
              <a:ext uri="{FF2B5EF4-FFF2-40B4-BE49-F238E27FC236}">
                <a16:creationId xmlns:a16="http://schemas.microsoft.com/office/drawing/2014/main" id="{68144407-684E-4B28-BF0C-AA7990DD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9" name="02-05-node-1">
            <a:extLst xmlns:a="http://schemas.openxmlformats.org/drawingml/2006/main">
              <a:ext uri="{FF2B5EF4-FFF2-40B4-BE49-F238E27FC236}">
                <a16:creationId xmlns:a16="http://schemas.microsoft.com/office/drawing/2014/main" id="{1D6CEC84-99E9-4D11-9A85-AE581F74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sp>
        <p:nvSpPr>
          <p:cNvPr id="10" name="02-05-node-2">
            <a:extLst xmlns:a="http://schemas.openxmlformats.org/drawingml/2006/main">
              <a:ext uri="{FF2B5EF4-FFF2-40B4-BE49-F238E27FC236}">
                <a16:creationId xmlns:a16="http://schemas.microsoft.com/office/drawing/2014/main" id="{B4839590-C972-4D19-AD4F-40B85E58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도구</a:t>
            </a:r>
          </a:p>
        </p:txBody>
      </p:sp>
      <p:sp>
        <p:nvSpPr>
          <p:cNvPr id="11" name="02-05-node-3">
            <a:extLst xmlns:a="http://schemas.openxmlformats.org/drawingml/2006/main">
              <a:ext uri="{FF2B5EF4-FFF2-40B4-BE49-F238E27FC236}">
                <a16:creationId xmlns:a16="http://schemas.microsoft.com/office/drawing/2014/main" id="{1816350A-DFD0-4093-84DA-8D30C5BD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12" name="02-05-node-4">
            <a:extLst xmlns:a="http://schemas.openxmlformats.org/drawingml/2006/main">
              <a:ext uri="{FF2B5EF4-FFF2-40B4-BE49-F238E27FC236}">
                <a16:creationId xmlns:a16="http://schemas.microsoft.com/office/drawing/2014/main" id="{78E8CC66-2C51-4B0B-805A-6DF9CB4B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3" name="02-05-node-5">
            <a:extLst xmlns:a="http://schemas.openxmlformats.org/drawingml/2006/main">
              <a:ext uri="{FF2B5EF4-FFF2-40B4-BE49-F238E27FC236}">
                <a16:creationId xmlns:a16="http://schemas.microsoft.com/office/drawing/2014/main" id="{1B320C97-4558-4B4A-A4C1-E910FC7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관측</a:t>
            </a:r>
          </a:p>
        </p:txBody>
      </p:sp>
      <p:sp>
        <p:nvSpPr>
          <p:cNvPr id="14" name="02-05-caption">
            <a:extLst xmlns:a="http://schemas.openxmlformats.org/drawingml/2006/main">
              <a:ext uri="{FF2B5EF4-FFF2-40B4-BE49-F238E27FC236}">
                <a16:creationId xmlns:a16="http://schemas.microsoft.com/office/drawing/2014/main" id="{1062BCA3-4102-401E-A784-CBC4B388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무엇을 건드리나   ·   무엇을 쓰나   ·   맞다고 어떻게 아나   ·   무엇을 기억하나   ·   무엇을 했는지 어떻게 아나</a:t>
            </a:r>
          </a:p>
        </p:txBody>
      </p:sp>
    </p:spTree>
    <p:extLst>
      <p:ext uri="{BB962C8B-B14F-4D97-AF65-F5344CB8AC3E}">
        <p14:creationId xmlns:p14="http://schemas.microsoft.com/office/powerpoint/2010/main" val="15455639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02-06-footer-section">
            <a:extLst xmlns:a="http://schemas.openxmlformats.org/drawingml/2006/main">
              <a:ext uri="{FF2B5EF4-FFF2-40B4-BE49-F238E27FC236}">
                <a16:creationId xmlns:a16="http://schemas.microsoft.com/office/drawing/2014/main" id="{1A2FF3DC-6213-466F-9E94-3C166441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06-footer-page">
            <a:extLst xmlns:a="http://schemas.openxmlformats.org/drawingml/2006/main">
              <a:ext uri="{FF2B5EF4-FFF2-40B4-BE49-F238E27FC236}">
                <a16:creationId xmlns:a16="http://schemas.microsoft.com/office/drawing/2014/main" id="{298ADA5B-8D11-40BB-9815-4F57BD7F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24 / 70</a:t>
            </a:r>
          </a:p>
        </p:txBody>
      </p:sp>
      <p:sp>
        <p:nvSpPr>
          <p:cNvPr id="3" name="02-06-accent-rule">
            <a:extLst xmlns:a="http://schemas.openxmlformats.org/drawingml/2006/main">
              <a:ext uri="{FF2B5EF4-FFF2-40B4-BE49-F238E27FC236}">
                <a16:creationId xmlns:a16="http://schemas.microsoft.com/office/drawing/2014/main" id="{B89FAD54-91E8-40D6-AEBC-C7C14530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06-title">
            <a:extLst xmlns:a="http://schemas.openxmlformats.org/drawingml/2006/main">
              <a:ext uri="{FF2B5EF4-FFF2-40B4-BE49-F238E27FC236}">
                <a16:creationId xmlns:a16="http://schemas.microsoft.com/office/drawing/2014/main" id="{A978F5D5-F40C-4925-B912-F2B3A37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도구를 새로 만들지 않아도 harness는 작동한다</a:t>
            </a:r>
          </a:p>
        </p:txBody>
      </p:sp>
      <p:sp>
        <p:nvSpPr>
          <p:cNvPr id="5" name="02-06-bullet-1">
            <a:extLst xmlns:a="http://schemas.openxmlformats.org/drawingml/2006/main">
              <a:ext uri="{FF2B5EF4-FFF2-40B4-BE49-F238E27FC236}">
                <a16:creationId xmlns:a16="http://schemas.microsoft.com/office/drawing/2014/main" id="{6DF9464B-7B60-4CB5-B547-DE264A5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2-06-body-1">
            <a:extLst xmlns:a="http://schemas.openxmlformats.org/drawingml/2006/main">
              <a:ext uri="{FF2B5EF4-FFF2-40B4-BE49-F238E27FC236}">
                <a16:creationId xmlns:a16="http://schemas.microsoft.com/office/drawing/2014/main" id="{A0EBDBB4-1E7E-4051-A082-60F162DF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권한 — antigravity 브랜치에 격리</a:t>
            </a:r>
          </a:p>
        </p:txBody>
      </p:sp>
      <p:sp>
        <p:nvSpPr>
          <p:cNvPr id="7" name="02-06-bullet-2">
            <a:extLst xmlns:a="http://schemas.openxmlformats.org/drawingml/2006/main">
              <a:ext uri="{FF2B5EF4-FFF2-40B4-BE49-F238E27FC236}">
                <a16:creationId xmlns:a16="http://schemas.microsoft.com/office/drawing/2014/main" id="{A76E0632-1145-4DFE-873B-61701564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2-06-body-2">
            <a:extLst xmlns:a="http://schemas.openxmlformats.org/drawingml/2006/main">
              <a:ext uri="{FF2B5EF4-FFF2-40B4-BE49-F238E27FC236}">
                <a16:creationId xmlns:a16="http://schemas.microsoft.com/office/drawing/2014/main" id="{E252B1B7-9B0E-4D72-AB15-A95CFDA7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검증 — 손으로 짠 것보다 나은가</a:t>
            </a:r>
          </a:p>
        </p:txBody>
      </p:sp>
      <p:sp>
        <p:nvSpPr>
          <p:cNvPr id="9" name="02-06-bullet-3">
            <a:extLst xmlns:a="http://schemas.openxmlformats.org/drawingml/2006/main">
              <a:ext uri="{FF2B5EF4-FFF2-40B4-BE49-F238E27FC236}">
                <a16:creationId xmlns:a16="http://schemas.microsoft.com/office/drawing/2014/main" id="{0427B16B-0C5F-489A-9B47-63A1DF8E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2-06-body-3">
            <a:extLst xmlns:a="http://schemas.openxmlformats.org/drawingml/2006/main">
              <a:ext uri="{FF2B5EF4-FFF2-40B4-BE49-F238E27FC236}">
                <a16:creationId xmlns:a16="http://schemas.microsoft.com/office/drawing/2014/main" id="{CADCDBDA-4391-4F76-98A0-95141940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관측 — 시행착오를 커밋 메시지에 기록</a:t>
            </a:r>
          </a:p>
        </p:txBody>
      </p:sp>
      <p:sp>
        <p:nvSpPr>
          <p:cNvPr id="11" name="02-06-optional">
            <a:extLst xmlns:a="http://schemas.openxmlformats.org/drawingml/2006/main">
              <a:ext uri="{FF2B5EF4-FFF2-40B4-BE49-F238E27FC236}">
                <a16:creationId xmlns:a16="http://schemas.microsoft.com/office/drawing/2014/main" id="{E7798571-6F53-402F-A318-8F30FB8C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5650240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2-07-footer-section">
            <a:extLst xmlns:a="http://schemas.openxmlformats.org/drawingml/2006/main">
              <a:ext uri="{FF2B5EF4-FFF2-40B4-BE49-F238E27FC236}">
                <a16:creationId xmlns:a16="http://schemas.microsoft.com/office/drawing/2014/main" id="{D5328373-CE2B-436C-A884-BE841268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07-footer-page">
            <a:extLst xmlns:a="http://schemas.openxmlformats.org/drawingml/2006/main">
              <a:ext uri="{FF2B5EF4-FFF2-40B4-BE49-F238E27FC236}">
                <a16:creationId xmlns:a16="http://schemas.microsoft.com/office/drawing/2014/main" id="{B1090508-E98B-4554-AF19-2A949126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25 / 70</a:t>
            </a:r>
          </a:p>
        </p:txBody>
      </p:sp>
      <p:sp>
        <p:nvSpPr>
          <p:cNvPr id="3" name="02-07-accent-rule">
            <a:extLst xmlns:a="http://schemas.openxmlformats.org/drawingml/2006/main">
              <a:ext uri="{FF2B5EF4-FFF2-40B4-BE49-F238E27FC236}">
                <a16:creationId xmlns:a16="http://schemas.microsoft.com/office/drawing/2014/main" id="{CC1B6E21-EBE1-457C-938C-90E3B63E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07-title">
            <a:extLst xmlns:a="http://schemas.openxmlformats.org/drawingml/2006/main">
              <a:ext uri="{FF2B5EF4-FFF2-40B4-BE49-F238E27FC236}">
                <a16:creationId xmlns:a16="http://schemas.microsoft.com/office/drawing/2014/main" id="{A56721B1-4D6F-43BD-9141-2D972286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AI가 만든 코드를 신뢰하는 방법은 믿지 않는 것이다</a:t>
            </a:r>
          </a:p>
        </p:txBody>
      </p:sp>
      <p:sp>
        <p:nvSpPr>
          <p:cNvPr id="5" name="02-07-body-1">
            <a:extLst xmlns:a="http://schemas.openxmlformats.org/drawingml/2006/main">
              <a:ext uri="{FF2B5EF4-FFF2-40B4-BE49-F238E27FC236}">
                <a16:creationId xmlns:a16="http://schemas.microsoft.com/office/drawing/2014/main" id="{8E7958AA-B816-4717-B8F1-22E63B5A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대신 검증한다.</a:t>
            </a:r>
          </a:p>
        </p:txBody>
      </p:sp>
    </p:spTree>
    <p:extLst>
      <p:ext uri="{BB962C8B-B14F-4D97-AF65-F5344CB8AC3E}">
        <p14:creationId xmlns:p14="http://schemas.microsoft.com/office/powerpoint/2010/main" val="3230489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2-08-footer-section">
            <a:extLst xmlns:a="http://schemas.openxmlformats.org/drawingml/2006/main">
              <a:ext uri="{FF2B5EF4-FFF2-40B4-BE49-F238E27FC236}">
                <a16:creationId xmlns:a16="http://schemas.microsoft.com/office/drawing/2014/main" id="{4F4B08B2-B495-4A5C-94AE-43465C44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08-footer-page">
            <a:extLst xmlns:a="http://schemas.openxmlformats.org/drawingml/2006/main">
              <a:ext uri="{FF2B5EF4-FFF2-40B4-BE49-F238E27FC236}">
                <a16:creationId xmlns:a16="http://schemas.microsoft.com/office/drawing/2014/main" id="{1D34FA4C-FAC1-4AC3-903D-64FCC3F9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26 / 70</a:t>
            </a:r>
          </a:p>
        </p:txBody>
      </p:sp>
      <p:sp>
        <p:nvSpPr>
          <p:cNvPr id="3" name="02-08-accent-rule">
            <a:extLst xmlns:a="http://schemas.openxmlformats.org/drawingml/2006/main">
              <a:ext uri="{FF2B5EF4-FFF2-40B4-BE49-F238E27FC236}">
                <a16:creationId xmlns:a16="http://schemas.microsoft.com/office/drawing/2014/main" id="{639049D8-1FCF-4C18-ADD8-6AF532E6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08-title">
            <a:extLst xmlns:a="http://schemas.openxmlformats.org/drawingml/2006/main">
              <a:ext uri="{FF2B5EF4-FFF2-40B4-BE49-F238E27FC236}">
                <a16:creationId xmlns:a16="http://schemas.microsoft.com/office/drawing/2014/main" id="{6793183F-A4AB-4E68-B35B-05559AB7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승인과 전달은 다른 일이다</a:t>
            </a:r>
          </a:p>
        </p:txBody>
      </p:sp>
      <p:sp>
        <p:nvSpPr>
          <p:cNvPr id="5" name="02-08-divider">
            <a:extLst xmlns:a="http://schemas.openxmlformats.org/drawingml/2006/main">
              <a:ext uri="{FF2B5EF4-FFF2-40B4-BE49-F238E27FC236}">
                <a16:creationId xmlns:a16="http://schemas.microsoft.com/office/drawing/2014/main" id="{35D1B57A-A6AA-4085-96E6-28CF25CA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2-08-left-heading">
            <a:extLst xmlns:a="http://schemas.openxmlformats.org/drawingml/2006/main">
              <a:ext uri="{FF2B5EF4-FFF2-40B4-BE49-F238E27FC236}">
                <a16:creationId xmlns:a16="http://schemas.microsoft.com/office/drawing/2014/main" id="{66AC355C-C99E-434F-83BF-311AD5FC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사람이 해야 할 승인</a:t>
            </a:r>
          </a:p>
        </p:txBody>
      </p:sp>
      <p:sp>
        <p:nvSpPr>
          <p:cNvPr id="7" name="02-08-left-dot-1">
            <a:extLst xmlns:a="http://schemas.openxmlformats.org/drawingml/2006/main">
              <a:ext uri="{FF2B5EF4-FFF2-40B4-BE49-F238E27FC236}">
                <a16:creationId xmlns:a16="http://schemas.microsoft.com/office/drawing/2014/main" id="{B7A8591B-3E60-475B-A7B2-A71DABA8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2-08-left-line-1">
            <a:extLst xmlns:a="http://schemas.openxmlformats.org/drawingml/2006/main">
              <a:ext uri="{FF2B5EF4-FFF2-40B4-BE49-F238E27FC236}">
                <a16:creationId xmlns:a16="http://schemas.microsoft.com/office/drawing/2014/main" id="{F6EAD01A-BF33-4947-BE31-42BBACAA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이 diff를 머지할 것인가</a:t>
            </a:r>
          </a:p>
        </p:txBody>
      </p:sp>
      <p:sp>
        <p:nvSpPr>
          <p:cNvPr id="9" name="02-08-left-dot-2">
            <a:extLst xmlns:a="http://schemas.openxmlformats.org/drawingml/2006/main">
              <a:ext uri="{FF2B5EF4-FFF2-40B4-BE49-F238E27FC236}">
                <a16:creationId xmlns:a16="http://schemas.microsoft.com/office/drawing/2014/main" id="{A60E93AC-74DB-4B9B-9F2F-A4CC6BC0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2-08-left-line-2">
            <a:extLst xmlns:a="http://schemas.openxmlformats.org/drawingml/2006/main">
              <a:ext uri="{FF2B5EF4-FFF2-40B4-BE49-F238E27FC236}">
                <a16:creationId xmlns:a16="http://schemas.microsoft.com/office/drawing/2014/main" id="{FD6F49AB-887A-4ABB-B50E-EC6F92DD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이 위험을 받아들일 것인가</a:t>
            </a:r>
          </a:p>
        </p:txBody>
      </p:sp>
      <p:sp>
        <p:nvSpPr>
          <p:cNvPr id="11" name="02-08-left-dot-3">
            <a:extLst xmlns:a="http://schemas.openxmlformats.org/drawingml/2006/main">
              <a:ext uri="{FF2B5EF4-FFF2-40B4-BE49-F238E27FC236}">
                <a16:creationId xmlns:a16="http://schemas.microsoft.com/office/drawing/2014/main" id="{7F63A2B1-CAA8-4C32-873C-E45BCD07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2-08-left-line-3">
            <a:extLst xmlns:a="http://schemas.openxmlformats.org/drawingml/2006/main">
              <a:ext uri="{FF2B5EF4-FFF2-40B4-BE49-F238E27FC236}">
                <a16:creationId xmlns:a16="http://schemas.microsoft.com/office/drawing/2014/main" id="{DAFC791F-B977-419D-9901-C1D7629A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요구사항에 맞는가</a:t>
            </a:r>
          </a:p>
        </p:txBody>
      </p:sp>
      <p:sp>
        <p:nvSpPr>
          <p:cNvPr id="13" name="02-08-right-heading">
            <a:extLst xmlns:a="http://schemas.openxmlformats.org/drawingml/2006/main">
              <a:ext uri="{FF2B5EF4-FFF2-40B4-BE49-F238E27FC236}">
                <a16:creationId xmlns:a16="http://schemas.microsoft.com/office/drawing/2014/main" id="{31E77592-4F6D-44CF-B643-A9FB00F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자동화해야 할 전달</a:t>
            </a:r>
          </a:p>
        </p:txBody>
      </p:sp>
      <p:sp>
        <p:nvSpPr>
          <p:cNvPr id="14" name="02-08-right-dot-1">
            <a:extLst xmlns:a="http://schemas.openxmlformats.org/drawingml/2006/main">
              <a:ext uri="{FF2B5EF4-FFF2-40B4-BE49-F238E27FC236}">
                <a16:creationId xmlns:a16="http://schemas.microsoft.com/office/drawing/2014/main" id="{79CF8810-08E0-43AB-A27D-876C0AD1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2-08-right-line-1">
            <a:extLst xmlns:a="http://schemas.openxmlformats.org/drawingml/2006/main">
              <a:ext uri="{FF2B5EF4-FFF2-40B4-BE49-F238E27FC236}">
                <a16:creationId xmlns:a16="http://schemas.microsoft.com/office/drawing/2014/main" id="{00DB35FA-36ED-44EA-966E-65897D6F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테스트 결과 전달</a:t>
            </a:r>
          </a:p>
        </p:txBody>
      </p:sp>
      <p:sp>
        <p:nvSpPr>
          <p:cNvPr id="16" name="02-08-right-dot-2">
            <a:extLst xmlns:a="http://schemas.openxmlformats.org/drawingml/2006/main">
              <a:ext uri="{FF2B5EF4-FFF2-40B4-BE49-F238E27FC236}">
                <a16:creationId xmlns:a16="http://schemas.microsoft.com/office/drawing/2014/main" id="{DACEF245-07F3-4049-811C-24F13D8F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2-08-right-line-2">
            <a:extLst xmlns:a="http://schemas.openxmlformats.org/drawingml/2006/main">
              <a:ext uri="{FF2B5EF4-FFF2-40B4-BE49-F238E27FC236}">
                <a16:creationId xmlns:a16="http://schemas.microsoft.com/office/drawing/2014/main" id="{5513145F-7E9E-440F-ACAF-9B95D614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린터 오류 전달</a:t>
            </a:r>
          </a:p>
        </p:txBody>
      </p:sp>
      <p:sp>
        <p:nvSpPr>
          <p:cNvPr id="18" name="02-08-right-dot-3">
            <a:extLst xmlns:a="http://schemas.openxmlformats.org/drawingml/2006/main">
              <a:ext uri="{FF2B5EF4-FFF2-40B4-BE49-F238E27FC236}">
                <a16:creationId xmlns:a16="http://schemas.microsoft.com/office/drawing/2014/main" id="{83B5DEAA-C607-4751-9905-8B03CD67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2-08-right-line-3">
            <a:extLst xmlns:a="http://schemas.openxmlformats.org/drawingml/2006/main">
              <a:ext uri="{FF2B5EF4-FFF2-40B4-BE49-F238E27FC236}">
                <a16:creationId xmlns:a16="http://schemas.microsoft.com/office/drawing/2014/main" id="{07B57917-89E2-4DFE-A1B7-BBA87832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실패 로그 전달</a:t>
            </a:r>
          </a:p>
        </p:txBody>
      </p:sp>
    </p:spTree>
    <p:extLst>
      <p:ext uri="{BB962C8B-B14F-4D97-AF65-F5344CB8AC3E}">
        <p14:creationId xmlns:p14="http://schemas.microsoft.com/office/powerpoint/2010/main" val="11041971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2-09-footer-section">
            <a:extLst xmlns:a="http://schemas.openxmlformats.org/drawingml/2006/main">
              <a:ext uri="{FF2B5EF4-FFF2-40B4-BE49-F238E27FC236}">
                <a16:creationId xmlns:a16="http://schemas.microsoft.com/office/drawing/2014/main" id="{420395F5-54CB-4D45-940C-4FED2049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09-footer-page">
            <a:extLst xmlns:a="http://schemas.openxmlformats.org/drawingml/2006/main">
              <a:ext uri="{FF2B5EF4-FFF2-40B4-BE49-F238E27FC236}">
                <a16:creationId xmlns:a16="http://schemas.microsoft.com/office/drawing/2014/main" id="{AF5BAB8B-4449-4B53-8283-915190E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27 / 70</a:t>
            </a:r>
          </a:p>
        </p:txBody>
      </p:sp>
      <p:sp>
        <p:nvSpPr>
          <p:cNvPr id="3" name="02-09-accent-rule">
            <a:extLst xmlns:a="http://schemas.openxmlformats.org/drawingml/2006/main">
              <a:ext uri="{FF2B5EF4-FFF2-40B4-BE49-F238E27FC236}">
                <a16:creationId xmlns:a16="http://schemas.microsoft.com/office/drawing/2014/main" id="{5F6FB774-BBA5-434D-89A3-57AA3B8F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09-title">
            <a:extLst xmlns:a="http://schemas.openxmlformats.org/drawingml/2006/main">
              <a:ext uri="{FF2B5EF4-FFF2-40B4-BE49-F238E27FC236}">
                <a16:creationId xmlns:a16="http://schemas.microsoft.com/office/drawing/2014/main" id="{FE9AC6F2-FA1E-4CA0-BAAC-6A4B5E37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검증 결과가 자동으로 되먹임되어야 한다</a:t>
            </a:r>
          </a:p>
        </p:txBody>
      </p:sp>
      <p:sp>
        <p:nvSpPr>
          <p:cNvPr id="5" name="02-09-arrow-1">
            <a:extLst xmlns:a="http://schemas.openxmlformats.org/drawingml/2006/main">
              <a:ext uri="{FF2B5EF4-FFF2-40B4-BE49-F238E27FC236}">
                <a16:creationId xmlns:a16="http://schemas.microsoft.com/office/drawing/2014/main" id="{02498F7A-4796-448B-BA7E-C6483348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2-09-arrow-2">
            <a:extLst xmlns:a="http://schemas.openxmlformats.org/drawingml/2006/main">
              <a:ext uri="{FF2B5EF4-FFF2-40B4-BE49-F238E27FC236}">
                <a16:creationId xmlns:a16="http://schemas.microsoft.com/office/drawing/2014/main" id="{B945B9F1-8ED1-4D72-A545-2E7EDCCA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2-09-arrow-3">
            <a:extLst xmlns:a="http://schemas.openxmlformats.org/drawingml/2006/main">
              <a:ext uri="{FF2B5EF4-FFF2-40B4-BE49-F238E27FC236}">
                <a16:creationId xmlns:a16="http://schemas.microsoft.com/office/drawing/2014/main" id="{EC8EEC65-5E27-4870-8DAF-7B7E8E06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2-09-node-1">
            <a:extLst xmlns:a="http://schemas.openxmlformats.org/drawingml/2006/main">
              <a:ext uri="{FF2B5EF4-FFF2-40B4-BE49-F238E27FC236}">
                <a16:creationId xmlns:a16="http://schemas.microsoft.com/office/drawing/2014/main" id="{A0D048C6-42BF-4526-A037-08C7D0D1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생성</a:t>
            </a:r>
          </a:p>
        </p:txBody>
      </p:sp>
      <p:sp>
        <p:nvSpPr>
          <p:cNvPr id="9" name="02-09-node-2">
            <a:extLst xmlns:a="http://schemas.openxmlformats.org/drawingml/2006/main">
              <a:ext uri="{FF2B5EF4-FFF2-40B4-BE49-F238E27FC236}">
                <a16:creationId xmlns:a16="http://schemas.microsoft.com/office/drawing/2014/main" id="{6FFA4A07-5E0E-457E-9C0E-D87C1FDD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10" name="02-09-node-3">
            <a:extLst xmlns:a="http://schemas.openxmlformats.org/drawingml/2006/main">
              <a:ext uri="{FF2B5EF4-FFF2-40B4-BE49-F238E27FC236}">
                <a16:creationId xmlns:a16="http://schemas.microsoft.com/office/drawing/2014/main" id="{39E5459C-0E5E-4CC8-A8EF-A8EA06A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1" name="02-09-node-4">
            <a:extLst xmlns:a="http://schemas.openxmlformats.org/drawingml/2006/main">
              <a:ext uri="{FF2B5EF4-FFF2-40B4-BE49-F238E27FC236}">
                <a16:creationId xmlns:a16="http://schemas.microsoft.com/office/drawing/2014/main" id="{A95E133E-46CE-48EC-A205-D322817F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재검증</a:t>
            </a:r>
          </a:p>
        </p:txBody>
      </p:sp>
      <p:sp>
        <p:nvSpPr>
          <p:cNvPr id="12" name="02-09-caption">
            <a:extLst xmlns:a="http://schemas.openxmlformats.org/drawingml/2006/main">
              <a:ext uri="{FF2B5EF4-FFF2-40B4-BE49-F238E27FC236}">
                <a16:creationId xmlns:a16="http://schemas.microsoft.com/office/drawing/2014/main" id="{F266EF7F-7CAB-446A-A99C-1F3AC1C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실패가 다음 행동의 입력이 된다</a:t>
            </a:r>
          </a:p>
        </p:txBody>
      </p:sp>
    </p:spTree>
    <p:extLst>
      <p:ext uri="{BB962C8B-B14F-4D97-AF65-F5344CB8AC3E}">
        <p14:creationId xmlns:p14="http://schemas.microsoft.com/office/powerpoint/2010/main" val="7754204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02-10-footer-section">
            <a:extLst xmlns:a="http://schemas.openxmlformats.org/drawingml/2006/main">
              <a:ext uri="{FF2B5EF4-FFF2-40B4-BE49-F238E27FC236}">
                <a16:creationId xmlns:a16="http://schemas.microsoft.com/office/drawing/2014/main" id="{B38CF382-D2E0-49CF-AB9E-F4A396DC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10-footer-page">
            <a:extLst xmlns:a="http://schemas.openxmlformats.org/drawingml/2006/main">
              <a:ext uri="{FF2B5EF4-FFF2-40B4-BE49-F238E27FC236}">
                <a16:creationId xmlns:a16="http://schemas.microsoft.com/office/drawing/2014/main" id="{ADD73263-2F0D-4113-808B-9C5CD2B8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28 / 70</a:t>
            </a:r>
          </a:p>
        </p:txBody>
      </p:sp>
      <p:sp>
        <p:nvSpPr>
          <p:cNvPr id="3" name="02-10-accent-rule">
            <a:extLst xmlns:a="http://schemas.openxmlformats.org/drawingml/2006/main">
              <a:ext uri="{FF2B5EF4-FFF2-40B4-BE49-F238E27FC236}">
                <a16:creationId xmlns:a16="http://schemas.microsoft.com/office/drawing/2014/main" id="{6C12CA69-8460-4A70-819C-A2CDB8D2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10-title">
            <a:extLst xmlns:a="http://schemas.openxmlformats.org/drawingml/2006/main">
              <a:ext uri="{FF2B5EF4-FFF2-40B4-BE49-F238E27FC236}">
                <a16:creationId xmlns:a16="http://schemas.microsoft.com/office/drawing/2014/main" id="{120618F9-897E-467C-8FB0-7664F986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누가·무엇을·어떻게를 분리한다</a:t>
            </a:r>
          </a:p>
        </p:txBody>
      </p:sp>
      <p:sp>
        <p:nvSpPr>
          <p:cNvPr id="5" name="02-10-divider">
            <a:extLst xmlns:a="http://schemas.openxmlformats.org/drawingml/2006/main">
              <a:ext uri="{FF2B5EF4-FFF2-40B4-BE49-F238E27FC236}">
                <a16:creationId xmlns:a16="http://schemas.microsoft.com/office/drawing/2014/main" id="{FF18BE08-E070-4EE2-AFC2-BD41BE74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2-10-left-heading">
            <a:extLst xmlns:a="http://schemas.openxmlformats.org/drawingml/2006/main">
              <a:ext uri="{FF2B5EF4-FFF2-40B4-BE49-F238E27FC236}">
                <a16:creationId xmlns:a16="http://schemas.microsoft.com/office/drawing/2014/main" id="{18EF5B54-8A33-4F57-8FCE-F3CBBCE8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미리 설계한다</a:t>
            </a:r>
          </a:p>
        </p:txBody>
      </p:sp>
      <p:sp>
        <p:nvSpPr>
          <p:cNvPr id="7" name="02-10-left-dot-1">
            <a:extLst xmlns:a="http://schemas.openxmlformats.org/drawingml/2006/main">
              <a:ext uri="{FF2B5EF4-FFF2-40B4-BE49-F238E27FC236}">
                <a16:creationId xmlns:a16="http://schemas.microsoft.com/office/drawing/2014/main" id="{C695B446-9F62-47C6-9412-610A32E9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2-10-left-line-1">
            <a:extLst xmlns:a="http://schemas.openxmlformats.org/drawingml/2006/main">
              <a:ext uri="{FF2B5EF4-FFF2-40B4-BE49-F238E27FC236}">
                <a16:creationId xmlns:a16="http://schemas.microsoft.com/office/drawing/2014/main" id="{34F7AD89-2041-46BE-81FC-93131F02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Agent — 누가</a:t>
            </a:r>
          </a:p>
        </p:txBody>
      </p:sp>
      <p:sp>
        <p:nvSpPr>
          <p:cNvPr id="9" name="02-10-left-dot-2">
            <a:extLst xmlns:a="http://schemas.openxmlformats.org/drawingml/2006/main">
              <a:ext uri="{FF2B5EF4-FFF2-40B4-BE49-F238E27FC236}">
                <a16:creationId xmlns:a16="http://schemas.microsoft.com/office/drawing/2014/main" id="{58622FA4-A053-4D46-966D-D0C57CC5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2-10-left-line-2">
            <a:extLst xmlns:a="http://schemas.openxmlformats.org/drawingml/2006/main">
              <a:ext uri="{FF2B5EF4-FFF2-40B4-BE49-F238E27FC236}">
                <a16:creationId xmlns:a16="http://schemas.microsoft.com/office/drawing/2014/main" id="{72198312-AA61-4E5F-8F15-E62C287B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Skill — 어떻게</a:t>
            </a:r>
          </a:p>
        </p:txBody>
      </p:sp>
      <p:sp>
        <p:nvSpPr>
          <p:cNvPr id="11" name="02-10-right-heading">
            <a:extLst xmlns:a="http://schemas.openxmlformats.org/drawingml/2006/main">
              <a:ext uri="{FF2B5EF4-FFF2-40B4-BE49-F238E27FC236}">
                <a16:creationId xmlns:a16="http://schemas.microsoft.com/office/drawing/2014/main" id="{96E344D8-CFB2-43E9-B6C4-AB426B4B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매번 달라진다</a:t>
            </a:r>
          </a:p>
        </p:txBody>
      </p:sp>
      <p:sp>
        <p:nvSpPr>
          <p:cNvPr id="12" name="02-10-right-dot-1">
            <a:extLst xmlns:a="http://schemas.openxmlformats.org/drawingml/2006/main">
              <a:ext uri="{FF2B5EF4-FFF2-40B4-BE49-F238E27FC236}">
                <a16:creationId xmlns:a16="http://schemas.microsoft.com/office/drawing/2014/main" id="{65EE8188-C2D1-437D-B0B0-DF715B0B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3" name="02-10-right-line-1">
            <a:extLst xmlns:a="http://schemas.openxmlformats.org/drawingml/2006/main">
              <a:ext uri="{FF2B5EF4-FFF2-40B4-BE49-F238E27FC236}">
                <a16:creationId xmlns:a16="http://schemas.microsoft.com/office/drawing/2014/main" id="{3FC58ED5-294B-4993-9931-8779827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Task — 무엇을</a:t>
            </a:r>
          </a:p>
        </p:txBody>
      </p:sp>
      <p:sp>
        <p:nvSpPr>
          <p:cNvPr id="14" name="02-10-right-dot-2">
            <a:extLst xmlns:a="http://schemas.openxmlformats.org/drawingml/2006/main">
              <a:ext uri="{FF2B5EF4-FFF2-40B4-BE49-F238E27FC236}">
                <a16:creationId xmlns:a16="http://schemas.microsoft.com/office/drawing/2014/main" id="{B3147C34-777D-4AF5-926F-365FB20F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2-10-right-line-2">
            <a:extLst xmlns:a="http://schemas.openxmlformats.org/drawingml/2006/main">
              <a:ext uri="{FF2B5EF4-FFF2-40B4-BE49-F238E27FC236}">
                <a16:creationId xmlns:a16="http://schemas.microsoft.com/office/drawing/2014/main" id="{E5EAE157-9645-412E-B67F-6AC2C95D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오늘은 마이그레이션</a:t>
            </a:r>
          </a:p>
        </p:txBody>
      </p:sp>
      <p:sp>
        <p:nvSpPr>
          <p:cNvPr id="16" name="02-10-right-dot-3">
            <a:extLst xmlns:a="http://schemas.openxmlformats.org/drawingml/2006/main">
              <a:ext uri="{FF2B5EF4-FFF2-40B4-BE49-F238E27FC236}">
                <a16:creationId xmlns:a16="http://schemas.microsoft.com/office/drawing/2014/main" id="{602B3E81-E48D-4C32-A08E-E813D544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2-10-right-line-3">
            <a:extLst xmlns:a="http://schemas.openxmlformats.org/drawingml/2006/main">
              <a:ext uri="{FF2B5EF4-FFF2-40B4-BE49-F238E27FC236}">
                <a16:creationId xmlns:a16="http://schemas.microsoft.com/office/drawing/2014/main" id="{5837F4D6-456F-43AF-BD03-BE884E7B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내일은 버그 수정</a:t>
            </a:r>
          </a:p>
        </p:txBody>
      </p:sp>
    </p:spTree>
    <p:extLst>
      <p:ext uri="{BB962C8B-B14F-4D97-AF65-F5344CB8AC3E}">
        <p14:creationId xmlns:p14="http://schemas.microsoft.com/office/powerpoint/2010/main" val="17469788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02-11-footer-section">
            <a:extLst xmlns:a="http://schemas.openxmlformats.org/drawingml/2006/main">
              <a:ext uri="{FF2B5EF4-FFF2-40B4-BE49-F238E27FC236}">
                <a16:creationId xmlns:a16="http://schemas.microsoft.com/office/drawing/2014/main" id="{9EB12A8B-4EAA-4EAD-9937-FF93B59E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11-footer-page">
            <a:extLst xmlns:a="http://schemas.openxmlformats.org/drawingml/2006/main">
              <a:ext uri="{FF2B5EF4-FFF2-40B4-BE49-F238E27FC236}">
                <a16:creationId xmlns:a16="http://schemas.microsoft.com/office/drawing/2014/main" id="{63A28116-3164-4594-8C01-1ED01767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29 / 70</a:t>
            </a:r>
          </a:p>
        </p:txBody>
      </p:sp>
      <p:sp>
        <p:nvSpPr>
          <p:cNvPr id="3" name="02-11-accent-rule">
            <a:extLst xmlns:a="http://schemas.openxmlformats.org/drawingml/2006/main">
              <a:ext uri="{FF2B5EF4-FFF2-40B4-BE49-F238E27FC236}">
                <a16:creationId xmlns:a16="http://schemas.microsoft.com/office/drawing/2014/main" id="{6E8D878A-7FA3-4CD2-AE52-2A203B07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11-title">
            <a:extLst xmlns:a="http://schemas.openxmlformats.org/drawingml/2006/main">
              <a:ext uri="{FF2B5EF4-FFF2-40B4-BE49-F238E27FC236}">
                <a16:creationId xmlns:a16="http://schemas.microsoft.com/office/drawing/2014/main" id="{56F2AEB2-C2E8-484E-A93C-564AA240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원칙마다 강제할 수 있는 정도가 다르다</a:t>
            </a:r>
          </a:p>
        </p:txBody>
      </p:sp>
      <p:sp>
        <p:nvSpPr>
          <p:cNvPr id="5" name="02-11-divider">
            <a:extLst xmlns:a="http://schemas.openxmlformats.org/drawingml/2006/main">
              <a:ext uri="{FF2B5EF4-FFF2-40B4-BE49-F238E27FC236}">
                <a16:creationId xmlns:a16="http://schemas.microsoft.com/office/drawing/2014/main" id="{9B0B07A6-2A7D-4260-972C-42B9C2F9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2-11-left-heading">
            <a:extLst xmlns:a="http://schemas.openxmlformats.org/drawingml/2006/main">
              <a:ext uri="{FF2B5EF4-FFF2-40B4-BE49-F238E27FC236}">
                <a16:creationId xmlns:a16="http://schemas.microsoft.com/office/drawing/2014/main" id="{F9B383A9-C755-4305-AB91-5711D628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자동 게이트</a:t>
            </a:r>
          </a:p>
        </p:txBody>
      </p:sp>
      <p:sp>
        <p:nvSpPr>
          <p:cNvPr id="7" name="02-11-left-dot-1">
            <a:extLst xmlns:a="http://schemas.openxmlformats.org/drawingml/2006/main">
              <a:ext uri="{FF2B5EF4-FFF2-40B4-BE49-F238E27FC236}">
                <a16:creationId xmlns:a16="http://schemas.microsoft.com/office/drawing/2014/main" id="{8A6B0DD8-CD0B-4883-BEEA-FD694C5E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2-11-left-line-1">
            <a:extLst xmlns:a="http://schemas.openxmlformats.org/drawingml/2006/main">
              <a:ext uri="{FF2B5EF4-FFF2-40B4-BE49-F238E27FC236}">
                <a16:creationId xmlns:a16="http://schemas.microsoft.com/office/drawing/2014/main" id="{03E9A814-CBE2-4C8D-9E67-E829B1AD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DRY — 중복 검출</a:t>
            </a:r>
          </a:p>
        </p:txBody>
      </p:sp>
      <p:sp>
        <p:nvSpPr>
          <p:cNvPr id="9" name="02-11-left-dot-2">
            <a:extLst xmlns:a="http://schemas.openxmlformats.org/drawingml/2006/main">
              <a:ext uri="{FF2B5EF4-FFF2-40B4-BE49-F238E27FC236}">
                <a16:creationId xmlns:a16="http://schemas.microsoft.com/office/drawing/2014/main" id="{12CDF059-E483-4B48-BB9E-F4FD880F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2-11-left-line-2">
            <a:extLst xmlns:a="http://schemas.openxmlformats.org/drawingml/2006/main">
              <a:ext uri="{FF2B5EF4-FFF2-40B4-BE49-F238E27FC236}">
                <a16:creationId xmlns:a16="http://schemas.microsoft.com/office/drawing/2014/main" id="{4EAFB74F-195C-42B6-B975-97300080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SRP — 크기 임계치</a:t>
            </a:r>
          </a:p>
        </p:txBody>
      </p:sp>
      <p:sp>
        <p:nvSpPr>
          <p:cNvPr id="11" name="02-11-left-dot-3">
            <a:extLst xmlns:a="http://schemas.openxmlformats.org/drawingml/2006/main">
              <a:ext uri="{FF2B5EF4-FFF2-40B4-BE49-F238E27FC236}">
                <a16:creationId xmlns:a16="http://schemas.microsoft.com/office/drawing/2014/main" id="{740F3911-A2FC-4686-8760-4F8D632F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2-11-left-line-3">
            <a:extLst xmlns:a="http://schemas.openxmlformats.org/drawingml/2006/main">
              <a:ext uri="{FF2B5EF4-FFF2-40B4-BE49-F238E27FC236}">
                <a16:creationId xmlns:a16="http://schemas.microsoft.com/office/drawing/2014/main" id="{F6AF889F-98AF-4FFB-A062-C4A6E6C4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SoC — 의존성 규칙</a:t>
            </a:r>
          </a:p>
        </p:txBody>
      </p:sp>
      <p:sp>
        <p:nvSpPr>
          <p:cNvPr id="13" name="02-11-right-heading">
            <a:extLst xmlns:a="http://schemas.openxmlformats.org/drawingml/2006/main">
              <a:ext uri="{FF2B5EF4-FFF2-40B4-BE49-F238E27FC236}">
                <a16:creationId xmlns:a16="http://schemas.microsoft.com/office/drawing/2014/main" id="{FB3CA2B9-C434-4705-B915-B9B6536C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사람의 판단</a:t>
            </a:r>
          </a:p>
        </p:txBody>
      </p:sp>
      <p:sp>
        <p:nvSpPr>
          <p:cNvPr id="14" name="02-11-right-dot-1">
            <a:extLst xmlns:a="http://schemas.openxmlformats.org/drawingml/2006/main">
              <a:ext uri="{FF2B5EF4-FFF2-40B4-BE49-F238E27FC236}">
                <a16:creationId xmlns:a16="http://schemas.microsoft.com/office/drawing/2014/main" id="{84C2F92E-4206-4F52-935D-7702643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2-11-right-line-1">
            <a:extLst xmlns:a="http://schemas.openxmlformats.org/drawingml/2006/main">
              <a:ext uri="{FF2B5EF4-FFF2-40B4-BE49-F238E27FC236}">
                <a16:creationId xmlns:a16="http://schemas.microsoft.com/office/drawing/2014/main" id="{97FF89E4-C415-45A8-AA1F-3266BD8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YAGNI — 범위 판단</a:t>
            </a:r>
          </a:p>
        </p:txBody>
      </p:sp>
      <p:sp>
        <p:nvSpPr>
          <p:cNvPr id="16" name="02-11-right-dot-2">
            <a:extLst xmlns:a="http://schemas.openxmlformats.org/drawingml/2006/main">
              <a:ext uri="{FF2B5EF4-FFF2-40B4-BE49-F238E27FC236}">
                <a16:creationId xmlns:a16="http://schemas.microsoft.com/office/drawing/2014/main" id="{4B2A983E-D57F-4ED0-9B67-46448111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2-11-right-line-2">
            <a:extLst xmlns:a="http://schemas.openxmlformats.org/drawingml/2006/main">
              <a:ext uri="{FF2B5EF4-FFF2-40B4-BE49-F238E27FC236}">
                <a16:creationId xmlns:a16="http://schemas.microsoft.com/office/drawing/2014/main" id="{AD0E38E2-ECA7-4692-A8EF-65EC7EE9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KISS — 단순함 판단</a:t>
            </a:r>
          </a:p>
        </p:txBody>
      </p:sp>
      <p:sp>
        <p:nvSpPr>
          <p:cNvPr id="18" name="02-11-right-dot-3">
            <a:extLst xmlns:a="http://schemas.openxmlformats.org/drawingml/2006/main">
              <a:ext uri="{FF2B5EF4-FFF2-40B4-BE49-F238E27FC236}">
                <a16:creationId xmlns:a16="http://schemas.microsoft.com/office/drawing/2014/main" id="{2ECA196B-73E8-4C1B-85E8-425B4A8B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2-11-right-line-3">
            <a:extLst xmlns:a="http://schemas.openxmlformats.org/drawingml/2006/main">
              <a:ext uri="{FF2B5EF4-FFF2-40B4-BE49-F238E27FC236}">
                <a16:creationId xmlns:a16="http://schemas.microsoft.com/office/drawing/2014/main" id="{906B5EC8-8605-4BEE-9C97-69329AA2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Meaningful Naming — 도메인 판단</a:t>
            </a:r>
          </a:p>
        </p:txBody>
      </p:sp>
      <p:sp>
        <p:nvSpPr>
          <p:cNvPr id="20" name="02-11-optional">
            <a:extLst xmlns:a="http://schemas.openxmlformats.org/drawingml/2006/main">
              <a:ext uri="{FF2B5EF4-FFF2-40B4-BE49-F238E27FC236}">
                <a16:creationId xmlns:a16="http://schemas.microsoft.com/office/drawing/2014/main" id="{7DC7F11D-D9FE-48BB-A7CD-09C2145F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4115463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2-12-footer-section">
            <a:extLst xmlns:a="http://schemas.openxmlformats.org/drawingml/2006/main">
              <a:ext uri="{FF2B5EF4-FFF2-40B4-BE49-F238E27FC236}">
                <a16:creationId xmlns:a16="http://schemas.microsoft.com/office/drawing/2014/main" id="{9DFBB92E-0C33-4E74-950A-F07C3DEE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12-footer-page">
            <a:extLst xmlns:a="http://schemas.openxmlformats.org/drawingml/2006/main">
              <a:ext uri="{FF2B5EF4-FFF2-40B4-BE49-F238E27FC236}">
                <a16:creationId xmlns:a16="http://schemas.microsoft.com/office/drawing/2014/main" id="{C76C4057-AE67-4D8F-A8DB-C1F36C06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30 / 70</a:t>
            </a:r>
          </a:p>
        </p:txBody>
      </p:sp>
      <p:sp>
        <p:nvSpPr>
          <p:cNvPr id="3" name="02-12-accent-rule">
            <a:extLst xmlns:a="http://schemas.openxmlformats.org/drawingml/2006/main">
              <a:ext uri="{FF2B5EF4-FFF2-40B4-BE49-F238E27FC236}">
                <a16:creationId xmlns:a16="http://schemas.microsoft.com/office/drawing/2014/main" id="{C24E0054-EA44-4F37-8BDF-62CF0987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12-title">
            <a:extLst xmlns:a="http://schemas.openxmlformats.org/drawingml/2006/main">
              <a:ext uri="{FF2B5EF4-FFF2-40B4-BE49-F238E27FC236}">
                <a16:creationId xmlns:a16="http://schemas.microsoft.com/office/drawing/2014/main" id="{9014F1BE-B638-4DAF-9171-BEB3DBC1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원칙만으로 해결되는 실패는 없다</a:t>
            </a:r>
          </a:p>
        </p:txBody>
      </p:sp>
      <p:sp>
        <p:nvSpPr>
          <p:cNvPr id="5" name="02-12-bullet-1">
            <a:extLst xmlns:a="http://schemas.openxmlformats.org/drawingml/2006/main">
              <a:ext uri="{FF2B5EF4-FFF2-40B4-BE49-F238E27FC236}">
                <a16:creationId xmlns:a16="http://schemas.microsoft.com/office/drawing/2014/main" id="{23837924-4B4F-4C54-90EF-EAAB699A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2-12-body-1">
            <a:extLst xmlns:a="http://schemas.openxmlformats.org/drawingml/2006/main">
              <a:ext uri="{FF2B5EF4-FFF2-40B4-BE49-F238E27FC236}">
                <a16:creationId xmlns:a16="http://schemas.microsoft.com/office/drawing/2014/main" id="{EBC109F3-C29E-49AA-BC94-62E888D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과잉 구현 → YAGNI가 줄인다</a:t>
            </a:r>
          </a:p>
        </p:txBody>
      </p:sp>
      <p:sp>
        <p:nvSpPr>
          <p:cNvPr id="7" name="02-12-bullet-2">
            <a:extLst xmlns:a="http://schemas.openxmlformats.org/drawingml/2006/main">
              <a:ext uri="{FF2B5EF4-FFF2-40B4-BE49-F238E27FC236}">
                <a16:creationId xmlns:a16="http://schemas.microsoft.com/office/drawing/2014/main" id="{B1E20D29-6E41-4C75-9E86-554E2C28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2-12-body-2">
            <a:extLst xmlns:a="http://schemas.openxmlformats.org/drawingml/2006/main">
              <a:ext uri="{FF2B5EF4-FFF2-40B4-BE49-F238E27FC236}">
                <a16:creationId xmlns:a16="http://schemas.microsoft.com/office/drawing/2014/main" id="{15EB63BE-38BE-44A6-93B2-5601A999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누락 → 검증 게이트가 잡는다</a:t>
            </a:r>
          </a:p>
        </p:txBody>
      </p:sp>
      <p:sp>
        <p:nvSpPr>
          <p:cNvPr id="9" name="02-12-bullet-3">
            <a:extLst xmlns:a="http://schemas.openxmlformats.org/drawingml/2006/main">
              <a:ext uri="{FF2B5EF4-FFF2-40B4-BE49-F238E27FC236}">
                <a16:creationId xmlns:a16="http://schemas.microsoft.com/office/drawing/2014/main" id="{E24370C3-B0D8-4391-8547-DB183040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2-12-body-3">
            <a:extLst xmlns:a="http://schemas.openxmlformats.org/drawingml/2006/main">
              <a:ext uri="{FF2B5EF4-FFF2-40B4-BE49-F238E27FC236}">
                <a16:creationId xmlns:a16="http://schemas.microsoft.com/office/drawing/2014/main" id="{0EE7D010-4173-426B-968B-9A24241A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왜곡 → 용어집이 줄인다</a:t>
            </a:r>
          </a:p>
        </p:txBody>
      </p:sp>
      <p:sp>
        <p:nvSpPr>
          <p:cNvPr id="11" name="02-12-bullet-4">
            <a:extLst xmlns:a="http://schemas.openxmlformats.org/drawingml/2006/main">
              <a:ext uri="{FF2B5EF4-FFF2-40B4-BE49-F238E27FC236}">
                <a16:creationId xmlns:a16="http://schemas.microsoft.com/office/drawing/2014/main" id="{1E543C16-138A-4A1A-A1EE-8D9F1048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2" name="02-12-body-4">
            <a:extLst xmlns:a="http://schemas.openxmlformats.org/drawingml/2006/main">
              <a:ext uri="{FF2B5EF4-FFF2-40B4-BE49-F238E27FC236}">
                <a16:creationId xmlns:a16="http://schemas.microsoft.com/office/drawing/2014/main" id="{AEBEE428-5971-4B19-8B1D-70476943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할루시네이션 → 실행해 봐야 안다</a:t>
            </a:r>
          </a:p>
        </p:txBody>
      </p:sp>
      <p:sp>
        <p:nvSpPr>
          <p:cNvPr id="13" name="02-12-optional">
            <a:extLst xmlns:a="http://schemas.openxmlformats.org/drawingml/2006/main">
              <a:ext uri="{FF2B5EF4-FFF2-40B4-BE49-F238E27FC236}">
                <a16:creationId xmlns:a16="http://schemas.microsoft.com/office/drawing/2014/main" id="{237D9093-A1E4-4AEE-B61E-227C8A73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7556186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02-13-footer-section">
            <a:extLst xmlns:a="http://schemas.openxmlformats.org/drawingml/2006/main">
              <a:ext uri="{FF2B5EF4-FFF2-40B4-BE49-F238E27FC236}">
                <a16:creationId xmlns:a16="http://schemas.microsoft.com/office/drawing/2014/main" id="{456F7231-50BA-4181-AF12-61F3456F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13-footer-page">
            <a:extLst xmlns:a="http://schemas.openxmlformats.org/drawingml/2006/main">
              <a:ext uri="{FF2B5EF4-FFF2-40B4-BE49-F238E27FC236}">
                <a16:creationId xmlns:a16="http://schemas.microsoft.com/office/drawing/2014/main" id="{F2273240-5FA8-4BEA-9828-A3F3399C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31 / 70</a:t>
            </a:r>
          </a:p>
        </p:txBody>
      </p:sp>
      <p:sp>
        <p:nvSpPr>
          <p:cNvPr id="3" name="02-13-accent-rule">
            <a:extLst xmlns:a="http://schemas.openxmlformats.org/drawingml/2006/main">
              <a:ext uri="{FF2B5EF4-FFF2-40B4-BE49-F238E27FC236}">
                <a16:creationId xmlns:a16="http://schemas.microsoft.com/office/drawing/2014/main" id="{4E0076E9-EC1F-4FB2-B614-428D8FAF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13-title">
            <a:extLst xmlns:a="http://schemas.openxmlformats.org/drawingml/2006/main">
              <a:ext uri="{FF2B5EF4-FFF2-40B4-BE49-F238E27FC236}">
                <a16:creationId xmlns:a16="http://schemas.microsoft.com/office/drawing/2014/main" id="{F77F3798-250F-487C-BAB6-DAF1915F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루프에는 종료 조건이 필요하다</a:t>
            </a:r>
          </a:p>
        </p:txBody>
      </p:sp>
      <p:sp>
        <p:nvSpPr>
          <p:cNvPr id="5" name="02-13-bullet-1">
            <a:extLst xmlns:a="http://schemas.openxmlformats.org/drawingml/2006/main">
              <a:ext uri="{FF2B5EF4-FFF2-40B4-BE49-F238E27FC236}">
                <a16:creationId xmlns:a16="http://schemas.microsoft.com/office/drawing/2014/main" id="{04742340-801F-41B9-87A5-7693A3A6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2-13-body-1">
            <a:extLst xmlns:a="http://schemas.openxmlformats.org/drawingml/2006/main">
              <a:ext uri="{FF2B5EF4-FFF2-40B4-BE49-F238E27FC236}">
                <a16:creationId xmlns:a16="http://schemas.microsoft.com/office/drawing/2014/main" id="{17D1857A-FE7C-424B-B050-8134C93A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토큰은 무한하지 않다</a:t>
            </a:r>
          </a:p>
        </p:txBody>
      </p:sp>
      <p:sp>
        <p:nvSpPr>
          <p:cNvPr id="7" name="02-13-bullet-2">
            <a:extLst xmlns:a="http://schemas.openxmlformats.org/drawingml/2006/main">
              <a:ext uri="{FF2B5EF4-FFF2-40B4-BE49-F238E27FC236}">
                <a16:creationId xmlns:a16="http://schemas.microsoft.com/office/drawing/2014/main" id="{C4D36DBE-8483-4E6B-816D-7EF9E5C0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2-13-body-2">
            <a:extLst xmlns:a="http://schemas.openxmlformats.org/drawingml/2006/main">
              <a:ext uri="{FF2B5EF4-FFF2-40B4-BE49-F238E27FC236}">
                <a16:creationId xmlns:a16="http://schemas.microsoft.com/office/drawing/2014/main" id="{5A9679E9-6C45-4DED-9F97-0ED43D16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정확한 경계와 함께 쓴다</a:t>
            </a:r>
          </a:p>
        </p:txBody>
      </p:sp>
      <p:sp>
        <p:nvSpPr>
          <p:cNvPr id="9" name="02-13-bullet-3">
            <a:extLst xmlns:a="http://schemas.openxmlformats.org/drawingml/2006/main">
              <a:ext uri="{FF2B5EF4-FFF2-40B4-BE49-F238E27FC236}">
                <a16:creationId xmlns:a16="http://schemas.microsoft.com/office/drawing/2014/main" id="{B4D624D6-064B-4CFF-8E63-79E160CA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2-13-body-3">
            <a:extLst xmlns:a="http://schemas.openxmlformats.org/drawingml/2006/main">
              <a:ext uri="{FF2B5EF4-FFF2-40B4-BE49-F238E27FC236}">
                <a16:creationId xmlns:a16="http://schemas.microsoft.com/office/drawing/2014/main" id="{317E97E7-B229-4775-A2CF-DB7A314F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실패 횟수·시간·승인 지점을 명시한다</a:t>
            </a:r>
          </a:p>
        </p:txBody>
      </p:sp>
      <p:sp>
        <p:nvSpPr>
          <p:cNvPr id="11" name="02-13-optional">
            <a:extLst xmlns:a="http://schemas.openxmlformats.org/drawingml/2006/main">
              <a:ext uri="{FF2B5EF4-FFF2-40B4-BE49-F238E27FC236}">
                <a16:creationId xmlns:a16="http://schemas.microsoft.com/office/drawing/2014/main" id="{ADA4E212-8111-4592-A7B7-36E7C4D9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9843712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2-14-footer-section">
            <a:extLst xmlns:a="http://schemas.openxmlformats.org/drawingml/2006/main">
              <a:ext uri="{FF2B5EF4-FFF2-40B4-BE49-F238E27FC236}">
                <a16:creationId xmlns:a16="http://schemas.microsoft.com/office/drawing/2014/main" id="{3FADEB1C-18A2-40EA-BB29-5E0B7E75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HARNESS의 구조</a:t>
            </a:r>
          </a:p>
        </p:txBody>
      </p:sp>
      <p:sp>
        <p:nvSpPr>
          <p:cNvPr id="2" name="02-14-footer-page">
            <a:extLst xmlns:a="http://schemas.openxmlformats.org/drawingml/2006/main">
              <a:ext uri="{FF2B5EF4-FFF2-40B4-BE49-F238E27FC236}">
                <a16:creationId xmlns:a16="http://schemas.microsoft.com/office/drawing/2014/main" id="{491098FB-1773-4E9A-81CF-BBA2546E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32 / 70</a:t>
            </a:r>
          </a:p>
        </p:txBody>
      </p:sp>
      <p:sp>
        <p:nvSpPr>
          <p:cNvPr id="3" name="02-14-accent-rule">
            <a:extLst xmlns:a="http://schemas.openxmlformats.org/drawingml/2006/main">
              <a:ext uri="{FF2B5EF4-FFF2-40B4-BE49-F238E27FC236}">
                <a16:creationId xmlns:a16="http://schemas.microsoft.com/office/drawing/2014/main" id="{242E96AB-0E9A-47EE-BBEA-413205AD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2-14-title">
            <a:extLst xmlns:a="http://schemas.openxmlformats.org/drawingml/2006/main">
              <a:ext uri="{FF2B5EF4-FFF2-40B4-BE49-F238E27FC236}">
                <a16:creationId xmlns:a16="http://schemas.microsoft.com/office/drawing/2014/main" id="{49A88DA2-55EF-48C2-AB7D-99AC1945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책임질 수 있게 만드는 장치가 harness다</a:t>
            </a:r>
          </a:p>
        </p:txBody>
      </p:sp>
      <p:sp>
        <p:nvSpPr>
          <p:cNvPr id="5" name="02-14-number-1">
            <a:extLst xmlns:a="http://schemas.openxmlformats.org/drawingml/2006/main">
              <a:ext uri="{FF2B5EF4-FFF2-40B4-BE49-F238E27FC236}">
                <a16:creationId xmlns:a16="http://schemas.microsoft.com/office/drawing/2014/main" id="{C82D9411-15BB-414F-8069-C50D1E6F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02-14-rule-1">
            <a:extLst xmlns:a="http://schemas.openxmlformats.org/drawingml/2006/main">
              <a:ext uri="{FF2B5EF4-FFF2-40B4-BE49-F238E27FC236}">
                <a16:creationId xmlns:a16="http://schemas.microsoft.com/office/drawing/2014/main" id="{C95D750B-3710-4F20-B00A-0FA23997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7" name="02-14-summary-1">
            <a:extLst xmlns:a="http://schemas.openxmlformats.org/drawingml/2006/main">
              <a:ext uri="{FF2B5EF4-FFF2-40B4-BE49-F238E27FC236}">
                <a16:creationId xmlns:a16="http://schemas.microsoft.com/office/drawing/2014/main" id="{9922EA17-1081-4D3F-8BCE-B5A181E6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526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환경은 다섯 축으로 본다</a:t>
            </a:r>
          </a:p>
        </p:txBody>
      </p:sp>
      <p:sp>
        <p:nvSpPr>
          <p:cNvPr id="8" name="02-14-number-2">
            <a:extLst xmlns:a="http://schemas.openxmlformats.org/drawingml/2006/main">
              <a:ext uri="{FF2B5EF4-FFF2-40B4-BE49-F238E27FC236}">
                <a16:creationId xmlns:a16="http://schemas.microsoft.com/office/drawing/2014/main" id="{5979C4F8-B953-4BC4-A096-8338154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9" name="02-14-rule-2">
            <a:extLst xmlns:a="http://schemas.openxmlformats.org/drawingml/2006/main">
              <a:ext uri="{FF2B5EF4-FFF2-40B4-BE49-F238E27FC236}">
                <a16:creationId xmlns:a16="http://schemas.microsoft.com/office/drawing/2014/main" id="{D6D88F31-949F-4C8D-ABA6-C585098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02-14-summary-2">
            <a:extLst xmlns:a="http://schemas.openxmlformats.org/drawingml/2006/main">
              <a:ext uri="{FF2B5EF4-FFF2-40B4-BE49-F238E27FC236}">
                <a16:creationId xmlns:a16="http://schemas.microsoft.com/office/drawing/2014/main" id="{E31C09B6-AB78-4E6E-A4F1-E26744B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핵심은 검증의 자동 되먹임이다</a:t>
            </a:r>
          </a:p>
        </p:txBody>
      </p:sp>
      <p:sp>
        <p:nvSpPr>
          <p:cNvPr id="11" name="02-14-number-3">
            <a:extLst xmlns:a="http://schemas.openxmlformats.org/drawingml/2006/main">
              <a:ext uri="{FF2B5EF4-FFF2-40B4-BE49-F238E27FC236}">
                <a16:creationId xmlns:a16="http://schemas.microsoft.com/office/drawing/2014/main" id="{55D6FD63-9825-4A4E-A044-365E67A9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02-14-rule-3">
            <a:extLst xmlns:a="http://schemas.openxmlformats.org/drawingml/2006/main">
              <a:ext uri="{FF2B5EF4-FFF2-40B4-BE49-F238E27FC236}">
                <a16:creationId xmlns:a16="http://schemas.microsoft.com/office/drawing/2014/main" id="{4F703C75-C188-44BB-95E5-BFD4B83D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3" name="02-14-summary-3">
            <a:extLst xmlns:a="http://schemas.openxmlformats.org/drawingml/2006/main">
              <a:ext uri="{FF2B5EF4-FFF2-40B4-BE49-F238E27FC236}">
                <a16:creationId xmlns:a16="http://schemas.microsoft.com/office/drawing/2014/main" id="{4639887F-A384-4CDE-A09F-0DB9FED1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862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판단과 승인은 사람에게 남는다</a:t>
            </a:r>
          </a:p>
        </p:txBody>
      </p:sp>
    </p:spTree>
    <p:extLst>
      <p:ext uri="{BB962C8B-B14F-4D97-AF65-F5344CB8AC3E}">
        <p14:creationId xmlns:p14="http://schemas.microsoft.com/office/powerpoint/2010/main" val="7315080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3-01-footer-section">
            <a:extLst xmlns:a="http://schemas.openxmlformats.org/drawingml/2006/main">
              <a:ext uri="{FF2B5EF4-FFF2-40B4-BE49-F238E27FC236}">
                <a16:creationId xmlns:a16="http://schemas.microsoft.com/office/drawing/2014/main" id="{DA73AC0C-B76E-4A0E-B760-9A7D4E9F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무엇을 강제할 것인가</a:t>
            </a:r>
          </a:p>
        </p:txBody>
      </p:sp>
      <p:sp>
        <p:nvSpPr>
          <p:cNvPr id="2" name="03-01-footer-page">
            <a:extLst xmlns:a="http://schemas.openxmlformats.org/drawingml/2006/main">
              <a:ext uri="{FF2B5EF4-FFF2-40B4-BE49-F238E27FC236}">
                <a16:creationId xmlns:a16="http://schemas.microsoft.com/office/drawing/2014/main" id="{161FE0D7-8630-48D9-96A8-DDCE8865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33 / 70</a:t>
            </a:r>
          </a:p>
        </p:txBody>
      </p:sp>
      <p:sp>
        <p:nvSpPr>
          <p:cNvPr id="3" name="03-01-accent-rule">
            <a:extLst xmlns:a="http://schemas.openxmlformats.org/drawingml/2006/main">
              <a:ext uri="{FF2B5EF4-FFF2-40B4-BE49-F238E27FC236}">
                <a16:creationId xmlns:a16="http://schemas.microsoft.com/office/drawing/2014/main" id="{2513C42E-7260-4C68-A27E-F356B7F4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01-label">
            <a:extLst xmlns:a="http://schemas.openxmlformats.org/drawingml/2006/main">
              <a:ext uri="{FF2B5EF4-FFF2-40B4-BE49-F238E27FC236}">
                <a16:creationId xmlns:a16="http://schemas.microsoft.com/office/drawing/2014/main" id="{0D4824CD-2CDB-422E-8104-E0AA0E44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무엇을 강제할 것인가</a:t>
            </a:r>
          </a:p>
        </p:txBody>
      </p:sp>
      <p:sp>
        <p:nvSpPr>
          <p:cNvPr id="5" name="03-01-title">
            <a:extLst xmlns:a="http://schemas.openxmlformats.org/drawingml/2006/main">
              <a:ext uri="{FF2B5EF4-FFF2-40B4-BE49-F238E27FC236}">
                <a16:creationId xmlns:a16="http://schemas.microsoft.com/office/drawing/2014/main" id="{A9ACEBF4-DA22-49FB-89A2-D863094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00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방법론을 산출물과 게이트에 넣는다</a:t>
            </a:r>
          </a:p>
        </p:txBody>
      </p:sp>
      <p:sp>
        <p:nvSpPr>
          <p:cNvPr id="6" name="03-01-subtitle">
            <a:extLst xmlns:a="http://schemas.openxmlformats.org/drawingml/2006/main">
              <a:ext uri="{FF2B5EF4-FFF2-40B4-BE49-F238E27FC236}">
                <a16:creationId xmlns:a16="http://schemas.microsoft.com/office/drawing/2014/main" id="{906727FD-BAEA-4671-BD4D-1F4C4AFE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SDD · DDD · TDD · Deep Module</a:t>
            </a:r>
          </a:p>
        </p:txBody>
      </p:sp>
    </p:spTree>
    <p:extLst>
      <p:ext uri="{BB962C8B-B14F-4D97-AF65-F5344CB8AC3E}">
        <p14:creationId xmlns:p14="http://schemas.microsoft.com/office/powerpoint/2010/main" val="168549080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03-02-footer-section">
            <a:extLst xmlns:a="http://schemas.openxmlformats.org/drawingml/2006/main">
              <a:ext uri="{FF2B5EF4-FFF2-40B4-BE49-F238E27FC236}">
                <a16:creationId xmlns:a16="http://schemas.microsoft.com/office/drawing/2014/main" id="{74D1F7EE-F6EF-4A3A-B110-A5572288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무엇을 강제할 것인가</a:t>
            </a:r>
          </a:p>
        </p:txBody>
      </p:sp>
      <p:sp>
        <p:nvSpPr>
          <p:cNvPr id="2" name="03-02-footer-page">
            <a:extLst xmlns:a="http://schemas.openxmlformats.org/drawingml/2006/main">
              <a:ext uri="{FF2B5EF4-FFF2-40B4-BE49-F238E27FC236}">
                <a16:creationId xmlns:a16="http://schemas.microsoft.com/office/drawing/2014/main" id="{8F6F9953-242F-467A-B9F5-35509BB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34 / 70</a:t>
            </a:r>
          </a:p>
        </p:txBody>
      </p:sp>
      <p:sp>
        <p:nvSpPr>
          <p:cNvPr id="3" name="03-02-accent-rule">
            <a:extLst xmlns:a="http://schemas.openxmlformats.org/drawingml/2006/main">
              <a:ext uri="{FF2B5EF4-FFF2-40B4-BE49-F238E27FC236}">
                <a16:creationId xmlns:a16="http://schemas.microsoft.com/office/drawing/2014/main" id="{5BBA0FC5-A4E6-4295-98D8-A2F485DA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02-title">
            <a:extLst xmlns:a="http://schemas.openxmlformats.org/drawingml/2006/main">
              <a:ext uri="{FF2B5EF4-FFF2-40B4-BE49-F238E27FC236}">
                <a16:creationId xmlns:a16="http://schemas.microsoft.com/office/drawing/2014/main" id="{7AEB181C-82CA-49B2-9231-7830F2F2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원칙은 흐름 안에서 작동한다</a:t>
            </a:r>
          </a:p>
        </p:txBody>
      </p:sp>
      <p:sp>
        <p:nvSpPr>
          <p:cNvPr id="5" name="03-02-arrow-1">
            <a:extLst xmlns:a="http://schemas.openxmlformats.org/drawingml/2006/main">
              <a:ext uri="{FF2B5EF4-FFF2-40B4-BE49-F238E27FC236}">
                <a16:creationId xmlns:a16="http://schemas.microsoft.com/office/drawing/2014/main" id="{56105243-857D-4039-AF28-6CC157C4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9077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3-02-arrow-2">
            <a:extLst xmlns:a="http://schemas.openxmlformats.org/drawingml/2006/main">
              <a:ext uri="{FF2B5EF4-FFF2-40B4-BE49-F238E27FC236}">
                <a16:creationId xmlns:a16="http://schemas.microsoft.com/office/drawing/2014/main" id="{87C6508F-0D3F-4D33-8990-ABE37079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9077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3-02-arrow-3a">
            <a:extLst xmlns:a="http://schemas.openxmlformats.org/drawingml/2006/main">
              <a:ext uri="{FF2B5EF4-FFF2-40B4-BE49-F238E27FC236}">
                <a16:creationId xmlns:a16="http://schemas.microsoft.com/office/drawing/2014/main" id="{5243FA64-6385-4FEF-9AD0-A1AF9A51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28925"/>
            <a:ext cx="0" cy="742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3-02-arrow-4">
            <a:extLst xmlns:a="http://schemas.openxmlformats.org/drawingml/2006/main">
              <a:ext uri="{FF2B5EF4-FFF2-40B4-BE49-F238E27FC236}">
                <a16:creationId xmlns:a16="http://schemas.microsoft.com/office/drawing/2014/main" id="{6872DF89-3648-4997-8EAB-F427B4EF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9" name="03-02-arrow-5">
            <a:extLst xmlns:a="http://schemas.openxmlformats.org/drawingml/2006/main">
              <a:ext uri="{FF2B5EF4-FFF2-40B4-BE49-F238E27FC236}">
                <a16:creationId xmlns:a16="http://schemas.microsoft.com/office/drawing/2014/main" id="{7BF98600-F318-4660-8C65-A8237FED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10" name="03-02-node-1">
            <a:extLst xmlns:a="http://schemas.openxmlformats.org/drawingml/2006/main">
              <a:ext uri="{FF2B5EF4-FFF2-40B4-BE49-F238E27FC236}">
                <a16:creationId xmlns:a16="http://schemas.microsoft.com/office/drawing/2014/main" id="{63ED1704-95C4-4C6F-B416-B2BD2407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 합의</a:t>
            </a:r>
          </a:p>
        </p:txBody>
      </p:sp>
      <p:sp>
        <p:nvSpPr>
          <p:cNvPr id="11" name="03-02-node-2">
            <a:extLst xmlns:a="http://schemas.openxmlformats.org/drawingml/2006/main">
              <a:ext uri="{FF2B5EF4-FFF2-40B4-BE49-F238E27FC236}">
                <a16:creationId xmlns:a16="http://schemas.microsoft.com/office/drawing/2014/main" id="{73D139EE-9DA7-4454-812A-3CD4B4FD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 순서 설계</a:t>
            </a:r>
          </a:p>
        </p:txBody>
      </p:sp>
      <p:sp>
        <p:nvSpPr>
          <p:cNvPr id="12" name="03-02-node-3">
            <a:extLst xmlns:a="http://schemas.openxmlformats.org/drawingml/2006/main">
              <a:ext uri="{FF2B5EF4-FFF2-40B4-BE49-F238E27FC236}">
                <a16:creationId xmlns:a16="http://schemas.microsoft.com/office/drawing/2014/main" id="{5A3B0A54-2342-4574-9687-660A9DF5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사람의 검토</a:t>
            </a:r>
          </a:p>
        </p:txBody>
      </p:sp>
      <p:sp>
        <p:nvSpPr>
          <p:cNvPr id="13" name="03-02-node-4">
            <a:extLst xmlns:a="http://schemas.openxmlformats.org/drawingml/2006/main">
              <a:ext uri="{FF2B5EF4-FFF2-40B4-BE49-F238E27FC236}">
                <a16:creationId xmlns:a16="http://schemas.microsoft.com/office/drawing/2014/main" id="{494E1BD6-A280-4F6F-B042-124EA6E9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구현·검증</a:t>
            </a:r>
          </a:p>
        </p:txBody>
      </p:sp>
      <p:sp>
        <p:nvSpPr>
          <p:cNvPr id="14" name="03-02-node-5">
            <a:extLst xmlns:a="http://schemas.openxmlformats.org/drawingml/2006/main">
              <a:ext uri="{FF2B5EF4-FFF2-40B4-BE49-F238E27FC236}">
                <a16:creationId xmlns:a16="http://schemas.microsoft.com/office/drawing/2014/main" id="{85CA94AA-7FF0-4B06-ABBD-2D87AFC7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흐름 복원</a:t>
            </a:r>
          </a:p>
        </p:txBody>
      </p:sp>
      <p:sp>
        <p:nvSpPr>
          <p:cNvPr id="15" name="03-02-node-6">
            <a:extLst xmlns:a="http://schemas.openxmlformats.org/drawingml/2006/main">
              <a:ext uri="{FF2B5EF4-FFF2-40B4-BE49-F238E27FC236}">
                <a16:creationId xmlns:a16="http://schemas.microsoft.com/office/drawing/2014/main" id="{BE44B0E3-45B7-4A6E-84C8-636B00A6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지식 환류</a:t>
            </a:r>
          </a:p>
        </p:txBody>
      </p:sp>
      <p:sp>
        <p:nvSpPr>
          <p:cNvPr id="16" name="03-02-caption">
            <a:extLst xmlns:a="http://schemas.openxmlformats.org/drawingml/2006/main">
              <a:ext uri="{FF2B5EF4-FFF2-40B4-BE49-F238E27FC236}">
                <a16:creationId xmlns:a16="http://schemas.microsoft.com/office/drawing/2014/main" id="{6C1C1793-CDDC-4F2C-A552-C1629946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SDD·DDD   ·   SDD·TDD   ·   사람   ·   TDD   ·   Deep Module   ·   DDD</a:t>
            </a:r>
          </a:p>
        </p:txBody>
      </p:sp>
      <p:sp>
        <p:nvSpPr>
          <p:cNvPr id="17" name="03-02-optional">
            <a:extLst xmlns:a="http://schemas.openxmlformats.org/drawingml/2006/main">
              <a:ext uri="{FF2B5EF4-FFF2-40B4-BE49-F238E27FC236}">
                <a16:creationId xmlns:a16="http://schemas.microsoft.com/office/drawing/2014/main" id="{DDBBCAC0-64C8-4845-B267-50EAEEB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9673974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3-03-footer-section">
            <a:extLst xmlns:a="http://schemas.openxmlformats.org/drawingml/2006/main">
              <a:ext uri="{FF2B5EF4-FFF2-40B4-BE49-F238E27FC236}">
                <a16:creationId xmlns:a16="http://schemas.microsoft.com/office/drawing/2014/main" id="{0267BDDA-60A8-4D59-B2A6-B1632F5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SDD</a:t>
            </a:r>
          </a:p>
        </p:txBody>
      </p:sp>
      <p:sp>
        <p:nvSpPr>
          <p:cNvPr id="2" name="03-03-footer-page">
            <a:extLst xmlns:a="http://schemas.openxmlformats.org/drawingml/2006/main">
              <a:ext uri="{FF2B5EF4-FFF2-40B4-BE49-F238E27FC236}">
                <a16:creationId xmlns:a16="http://schemas.microsoft.com/office/drawing/2014/main" id="{1BECC480-30FB-4A9D-84D4-00FB45C4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35 / 70</a:t>
            </a:r>
          </a:p>
        </p:txBody>
      </p:sp>
      <p:sp>
        <p:nvSpPr>
          <p:cNvPr id="3" name="03-03-accent-rule">
            <a:extLst xmlns:a="http://schemas.openxmlformats.org/drawingml/2006/main">
              <a:ext uri="{FF2B5EF4-FFF2-40B4-BE49-F238E27FC236}">
                <a16:creationId xmlns:a16="http://schemas.microsoft.com/office/drawing/2014/main" id="{F4AB71AC-B02F-4987-A14A-B0200D81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03-title">
            <a:extLst xmlns:a="http://schemas.openxmlformats.org/drawingml/2006/main">
              <a:ext uri="{FF2B5EF4-FFF2-40B4-BE49-F238E27FC236}">
                <a16:creationId xmlns:a16="http://schemas.microsoft.com/office/drawing/2014/main" id="{A6C97171-59AC-4735-AF02-CD9CB52A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SDD는 틀린 것을 빠르게 만들지 않는다</a:t>
            </a:r>
          </a:p>
        </p:txBody>
      </p:sp>
      <p:sp>
        <p:nvSpPr>
          <p:cNvPr id="5" name="03-03-bullet-1">
            <a:extLst xmlns:a="http://schemas.openxmlformats.org/drawingml/2006/main">
              <a:ext uri="{FF2B5EF4-FFF2-40B4-BE49-F238E27FC236}">
                <a16:creationId xmlns:a16="http://schemas.microsoft.com/office/drawing/2014/main" id="{E0645CDF-B5BF-4664-8CE0-87DEBA3F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3-03-body-1">
            <a:extLst xmlns:a="http://schemas.openxmlformats.org/drawingml/2006/main">
              <a:ext uri="{FF2B5EF4-FFF2-40B4-BE49-F238E27FC236}">
                <a16:creationId xmlns:a16="http://schemas.microsoft.com/office/drawing/2014/main" id="{56874A4A-5507-4EA9-BD59-FC079740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무엇을 만들지</a:t>
            </a:r>
          </a:p>
        </p:txBody>
      </p:sp>
      <p:sp>
        <p:nvSpPr>
          <p:cNvPr id="7" name="03-03-bullet-2">
            <a:extLst xmlns:a="http://schemas.openxmlformats.org/drawingml/2006/main">
              <a:ext uri="{FF2B5EF4-FFF2-40B4-BE49-F238E27FC236}">
                <a16:creationId xmlns:a16="http://schemas.microsoft.com/office/drawing/2014/main" id="{F0DB1821-0E79-408A-9DB0-107EE3F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3-03-body-2">
            <a:extLst xmlns:a="http://schemas.openxmlformats.org/drawingml/2006/main">
              <a:ext uri="{FF2B5EF4-FFF2-40B4-BE49-F238E27FC236}">
                <a16:creationId xmlns:a16="http://schemas.microsoft.com/office/drawing/2014/main" id="{B8402D9A-EAE3-4F9B-B6AB-79C2D400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무엇을 만들지 않을지</a:t>
            </a:r>
          </a:p>
        </p:txBody>
      </p:sp>
      <p:sp>
        <p:nvSpPr>
          <p:cNvPr id="9" name="03-03-bullet-3">
            <a:extLst xmlns:a="http://schemas.openxmlformats.org/drawingml/2006/main">
              <a:ext uri="{FF2B5EF4-FFF2-40B4-BE49-F238E27FC236}">
                <a16:creationId xmlns:a16="http://schemas.microsoft.com/office/drawing/2014/main" id="{78386A49-65F7-44DD-97D6-F418BBE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3-03-body-3">
            <a:extLst xmlns:a="http://schemas.openxmlformats.org/drawingml/2006/main">
              <a:ext uri="{FF2B5EF4-FFF2-40B4-BE49-F238E27FC236}">
                <a16:creationId xmlns:a16="http://schemas.microsoft.com/office/drawing/2014/main" id="{BBB6B1E6-A330-4780-9B53-445A1B98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성공을 어떻게 확인할지</a:t>
            </a:r>
          </a:p>
        </p:txBody>
      </p:sp>
    </p:spTree>
    <p:extLst>
      <p:ext uri="{BB962C8B-B14F-4D97-AF65-F5344CB8AC3E}">
        <p14:creationId xmlns:p14="http://schemas.microsoft.com/office/powerpoint/2010/main" val="2215168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-04-footer-section">
            <a:extLst xmlns:a="http://schemas.openxmlformats.org/drawingml/2006/main">
              <a:ext uri="{FF2B5EF4-FFF2-40B4-BE49-F238E27FC236}">
                <a16:creationId xmlns:a16="http://schemas.microsoft.com/office/drawing/2014/main" id="{F0671B24-65D4-40F5-82F8-FF0F791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SDD</a:t>
            </a:r>
          </a:p>
        </p:txBody>
      </p:sp>
      <p:sp>
        <p:nvSpPr>
          <p:cNvPr id="2" name="03-04-footer-page">
            <a:extLst xmlns:a="http://schemas.openxmlformats.org/drawingml/2006/main">
              <a:ext uri="{FF2B5EF4-FFF2-40B4-BE49-F238E27FC236}">
                <a16:creationId xmlns:a16="http://schemas.microsoft.com/office/drawing/2014/main" id="{25AC43B6-BB21-4C17-AB1E-F00E4200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36 / 70</a:t>
            </a:r>
          </a:p>
        </p:txBody>
      </p:sp>
      <p:sp>
        <p:nvSpPr>
          <p:cNvPr id="3" name="03-04-accent-rule">
            <a:extLst xmlns:a="http://schemas.openxmlformats.org/drawingml/2006/main">
              <a:ext uri="{FF2B5EF4-FFF2-40B4-BE49-F238E27FC236}">
                <a16:creationId xmlns:a16="http://schemas.microsoft.com/office/drawing/2014/main" id="{817552D7-7E0E-494F-8C5B-F3A2878C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04-title">
            <a:extLst xmlns:a="http://schemas.openxmlformats.org/drawingml/2006/main">
              <a:ext uri="{FF2B5EF4-FFF2-40B4-BE49-F238E27FC236}">
                <a16:creationId xmlns:a16="http://schemas.microsoft.com/office/drawing/2014/main" id="{8832FE03-253B-4713-A409-6285D392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잘못된 방향으로 빨라진 것은 개선이 아니다</a:t>
            </a:r>
          </a:p>
        </p:txBody>
      </p:sp>
      <p:sp>
        <p:nvSpPr>
          <p:cNvPr id="5" name="03-04-divider">
            <a:extLst xmlns:a="http://schemas.openxmlformats.org/drawingml/2006/main">
              <a:ext uri="{FF2B5EF4-FFF2-40B4-BE49-F238E27FC236}">
                <a16:creationId xmlns:a16="http://schemas.microsoft.com/office/drawing/2014/main" id="{CC63D11E-1B34-43F9-855B-AC1C2B6B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3-04-left-heading">
            <a:extLst xmlns:a="http://schemas.openxmlformats.org/drawingml/2006/main">
              <a:ext uri="{FF2B5EF4-FFF2-40B4-BE49-F238E27FC236}">
                <a16:creationId xmlns:a16="http://schemas.microsoft.com/office/drawing/2014/main" id="{FEACF113-109B-49BF-AF78-459B3B09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예전</a:t>
            </a:r>
          </a:p>
        </p:txBody>
      </p:sp>
      <p:sp>
        <p:nvSpPr>
          <p:cNvPr id="7" name="03-04-left-dot-1">
            <a:extLst xmlns:a="http://schemas.openxmlformats.org/drawingml/2006/main">
              <a:ext uri="{FF2B5EF4-FFF2-40B4-BE49-F238E27FC236}">
                <a16:creationId xmlns:a16="http://schemas.microsoft.com/office/drawing/2014/main" id="{388FA460-D9AD-4C93-ADB2-44D062CD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3-04-left-line-1">
            <a:extLst xmlns:a="http://schemas.openxmlformats.org/drawingml/2006/main">
              <a:ext uri="{FF2B5EF4-FFF2-40B4-BE49-F238E27FC236}">
                <a16:creationId xmlns:a16="http://schemas.microsoft.com/office/drawing/2014/main" id="{F02A6EC4-BE5E-488F-8C1C-D7DD7FC5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잘못 이해한 요구</a:t>
            </a:r>
          </a:p>
        </p:txBody>
      </p:sp>
      <p:sp>
        <p:nvSpPr>
          <p:cNvPr id="9" name="03-04-left-dot-2">
            <a:extLst xmlns:a="http://schemas.openxmlformats.org/drawingml/2006/main">
              <a:ext uri="{FF2B5EF4-FFF2-40B4-BE49-F238E27FC236}">
                <a16:creationId xmlns:a16="http://schemas.microsoft.com/office/drawing/2014/main" id="{F465B405-CB13-4E3F-B937-6FCD4E17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3-04-left-line-2">
            <a:extLst xmlns:a="http://schemas.openxmlformats.org/drawingml/2006/main">
              <a:ext uri="{FF2B5EF4-FFF2-40B4-BE49-F238E27FC236}">
                <a16:creationId xmlns:a16="http://schemas.microsoft.com/office/drawing/2014/main" id="{C2B65DDE-1680-4A9D-A779-D475CFD5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코드가 되기까지 며칠</a:t>
            </a:r>
          </a:p>
        </p:txBody>
      </p:sp>
      <p:sp>
        <p:nvSpPr>
          <p:cNvPr id="11" name="03-04-left-dot-3">
            <a:extLst xmlns:a="http://schemas.openxmlformats.org/drawingml/2006/main">
              <a:ext uri="{FF2B5EF4-FFF2-40B4-BE49-F238E27FC236}">
                <a16:creationId xmlns:a16="http://schemas.microsoft.com/office/drawing/2014/main" id="{8072C829-A4F1-4E9F-8A86-30DF83C9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3-04-left-line-3">
            <a:extLst xmlns:a="http://schemas.openxmlformats.org/drawingml/2006/main">
              <a:ext uri="{FF2B5EF4-FFF2-40B4-BE49-F238E27FC236}">
                <a16:creationId xmlns:a16="http://schemas.microsoft.com/office/drawing/2014/main" id="{EA2DA001-691E-4B75-B406-BD2FBE60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중간에 알아챌 기회</a:t>
            </a:r>
          </a:p>
        </p:txBody>
      </p:sp>
      <p:sp>
        <p:nvSpPr>
          <p:cNvPr id="13" name="03-04-right-heading">
            <a:extLst xmlns:a="http://schemas.openxmlformats.org/drawingml/2006/main">
              <a:ext uri="{FF2B5EF4-FFF2-40B4-BE49-F238E27FC236}">
                <a16:creationId xmlns:a16="http://schemas.microsoft.com/office/drawing/2014/main" id="{2DA775D9-08CB-463B-B7C3-79DB6DE3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AI와 함께</a:t>
            </a:r>
          </a:p>
        </p:txBody>
      </p:sp>
      <p:sp>
        <p:nvSpPr>
          <p:cNvPr id="14" name="03-04-right-dot-1">
            <a:extLst xmlns:a="http://schemas.openxmlformats.org/drawingml/2006/main">
              <a:ext uri="{FF2B5EF4-FFF2-40B4-BE49-F238E27FC236}">
                <a16:creationId xmlns:a16="http://schemas.microsoft.com/office/drawing/2014/main" id="{E46A2E5E-A625-4C79-9CCF-61F9B5C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3-04-right-line-1">
            <a:extLst xmlns:a="http://schemas.openxmlformats.org/drawingml/2006/main">
              <a:ext uri="{FF2B5EF4-FFF2-40B4-BE49-F238E27FC236}">
                <a16:creationId xmlns:a16="http://schemas.microsoft.com/office/drawing/2014/main" id="{7A454F36-6957-4493-9BC5-D0A2BF6A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잘못 이해한 요구</a:t>
            </a:r>
          </a:p>
        </p:txBody>
      </p:sp>
      <p:sp>
        <p:nvSpPr>
          <p:cNvPr id="16" name="03-04-right-dot-2">
            <a:extLst xmlns:a="http://schemas.openxmlformats.org/drawingml/2006/main">
              <a:ext uri="{FF2B5EF4-FFF2-40B4-BE49-F238E27FC236}">
                <a16:creationId xmlns:a16="http://schemas.microsoft.com/office/drawing/2014/main" id="{833FBE55-C347-4A98-81E4-651F411F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3-04-right-line-2">
            <a:extLst xmlns:a="http://schemas.openxmlformats.org/drawingml/2006/main">
              <a:ext uri="{FF2B5EF4-FFF2-40B4-BE49-F238E27FC236}">
                <a16:creationId xmlns:a16="http://schemas.microsoft.com/office/drawing/2014/main" id="{1E5A234D-C5AD-42DA-9565-3132CD5F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30분 만에 완성</a:t>
            </a:r>
          </a:p>
        </p:txBody>
      </p:sp>
      <p:sp>
        <p:nvSpPr>
          <p:cNvPr id="18" name="03-04-right-dot-3">
            <a:extLst xmlns:a="http://schemas.openxmlformats.org/drawingml/2006/main">
              <a:ext uri="{FF2B5EF4-FFF2-40B4-BE49-F238E27FC236}">
                <a16:creationId xmlns:a16="http://schemas.microsoft.com/office/drawing/2014/main" id="{48EB9E73-E923-434B-BD32-DC265AFE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3-04-right-line-3">
            <a:extLst xmlns:a="http://schemas.openxmlformats.org/drawingml/2006/main">
              <a:ext uri="{FF2B5EF4-FFF2-40B4-BE49-F238E27FC236}">
                <a16:creationId xmlns:a16="http://schemas.microsoft.com/office/drawing/2014/main" id="{01C0B09F-A6FC-403D-ACAD-82FB1DD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되돌릴 코드가 더 많음</a:t>
            </a:r>
          </a:p>
        </p:txBody>
      </p:sp>
    </p:spTree>
    <p:extLst>
      <p:ext uri="{BB962C8B-B14F-4D97-AF65-F5344CB8AC3E}">
        <p14:creationId xmlns:p14="http://schemas.microsoft.com/office/powerpoint/2010/main" val="156302420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03-05-footer-section">
            <a:extLst xmlns:a="http://schemas.openxmlformats.org/drawingml/2006/main">
              <a:ext uri="{FF2B5EF4-FFF2-40B4-BE49-F238E27FC236}">
                <a16:creationId xmlns:a16="http://schemas.microsoft.com/office/drawing/2014/main" id="{0CC48E52-BB87-4B05-8E9F-54D2110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SDD</a:t>
            </a:r>
          </a:p>
        </p:txBody>
      </p:sp>
      <p:sp>
        <p:nvSpPr>
          <p:cNvPr id="2" name="03-05-footer-page">
            <a:extLst xmlns:a="http://schemas.openxmlformats.org/drawingml/2006/main">
              <a:ext uri="{FF2B5EF4-FFF2-40B4-BE49-F238E27FC236}">
                <a16:creationId xmlns:a16="http://schemas.microsoft.com/office/drawing/2014/main" id="{FE826885-D9FD-4635-8678-E20F331C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37 / 70</a:t>
            </a:r>
          </a:p>
        </p:txBody>
      </p:sp>
      <p:sp>
        <p:nvSpPr>
          <p:cNvPr id="3" name="03-05-accent-rule">
            <a:extLst xmlns:a="http://schemas.openxmlformats.org/drawingml/2006/main">
              <a:ext uri="{FF2B5EF4-FFF2-40B4-BE49-F238E27FC236}">
                <a16:creationId xmlns:a16="http://schemas.microsoft.com/office/drawing/2014/main" id="{3575DE1F-A3B4-4AEE-B8BF-0641F087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05-title">
            <a:extLst xmlns:a="http://schemas.openxmlformats.org/drawingml/2006/main">
              <a:ext uri="{FF2B5EF4-FFF2-40B4-BE49-F238E27FC236}">
                <a16:creationId xmlns:a16="http://schemas.microsoft.com/office/drawing/2014/main" id="{B8A70CAD-E0F6-42AA-A39A-A913E481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긴 프롬프트와 명세는 다르다</a:t>
            </a:r>
          </a:p>
        </p:txBody>
      </p:sp>
      <p:sp>
        <p:nvSpPr>
          <p:cNvPr id="5" name="03-05-divider">
            <a:extLst xmlns:a="http://schemas.openxmlformats.org/drawingml/2006/main">
              <a:ext uri="{FF2B5EF4-FFF2-40B4-BE49-F238E27FC236}">
                <a16:creationId xmlns:a16="http://schemas.microsoft.com/office/drawing/2014/main" id="{C2A394EF-5FED-44F8-B37B-470BEB64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3-05-left-heading">
            <a:extLst xmlns:a="http://schemas.openxmlformats.org/drawingml/2006/main">
              <a:ext uri="{FF2B5EF4-FFF2-40B4-BE49-F238E27FC236}">
                <a16:creationId xmlns:a16="http://schemas.microsoft.com/office/drawing/2014/main" id="{6481902C-C119-47B4-B719-BE308FE4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긴 프롬프트</a:t>
            </a:r>
          </a:p>
        </p:txBody>
      </p:sp>
      <p:sp>
        <p:nvSpPr>
          <p:cNvPr id="7" name="03-05-left-dot-1">
            <a:extLst xmlns:a="http://schemas.openxmlformats.org/drawingml/2006/main">
              <a:ext uri="{FF2B5EF4-FFF2-40B4-BE49-F238E27FC236}">
                <a16:creationId xmlns:a16="http://schemas.microsoft.com/office/drawing/2014/main" id="{9F74A638-1229-4CD2-87D6-99930169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3-05-left-line-1">
            <a:extLst xmlns:a="http://schemas.openxmlformats.org/drawingml/2006/main">
              <a:ext uri="{FF2B5EF4-FFF2-40B4-BE49-F238E27FC236}">
                <a16:creationId xmlns:a16="http://schemas.microsoft.com/office/drawing/2014/main" id="{60102C87-84EC-4866-8D2D-4D994306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답을 자세히 지시한다</a:t>
            </a:r>
          </a:p>
        </p:txBody>
      </p:sp>
      <p:sp>
        <p:nvSpPr>
          <p:cNvPr id="9" name="03-05-left-dot-2">
            <a:extLst xmlns:a="http://schemas.openxmlformats.org/drawingml/2006/main">
              <a:ext uri="{FF2B5EF4-FFF2-40B4-BE49-F238E27FC236}">
                <a16:creationId xmlns:a16="http://schemas.microsoft.com/office/drawing/2014/main" id="{B45E0DE3-E168-424B-A256-296D41DF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3-05-left-line-2">
            <a:extLst xmlns:a="http://schemas.openxmlformats.org/drawingml/2006/main">
              <a:ext uri="{FF2B5EF4-FFF2-40B4-BE49-F238E27FC236}">
                <a16:creationId xmlns:a16="http://schemas.microsoft.com/office/drawing/2014/main" id="{51974CA7-146C-404E-94E1-A009D688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숨은 모호함이 남을 수 있다</a:t>
            </a:r>
          </a:p>
        </p:txBody>
      </p:sp>
      <p:sp>
        <p:nvSpPr>
          <p:cNvPr id="11" name="03-05-left-dot-3">
            <a:extLst xmlns:a="http://schemas.openxmlformats.org/drawingml/2006/main">
              <a:ext uri="{FF2B5EF4-FFF2-40B4-BE49-F238E27FC236}">
                <a16:creationId xmlns:a16="http://schemas.microsoft.com/office/drawing/2014/main" id="{67706DCA-3E52-4DFE-A453-FF178DD1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3-05-left-line-3">
            <a:extLst xmlns:a="http://schemas.openxmlformats.org/drawingml/2006/main">
              <a:ext uri="{FF2B5EF4-FFF2-40B4-BE49-F238E27FC236}">
                <a16:creationId xmlns:a16="http://schemas.microsoft.com/office/drawing/2014/main" id="{88C66440-AA62-42B9-A87D-B4FE2017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대화가 끝나면 사라진다</a:t>
            </a:r>
          </a:p>
        </p:txBody>
      </p:sp>
      <p:sp>
        <p:nvSpPr>
          <p:cNvPr id="13" name="03-05-right-heading">
            <a:extLst xmlns:a="http://schemas.openxmlformats.org/drawingml/2006/main">
              <a:ext uri="{FF2B5EF4-FFF2-40B4-BE49-F238E27FC236}">
                <a16:creationId xmlns:a16="http://schemas.microsoft.com/office/drawing/2014/main" id="{4207860E-E7F9-453F-A61E-A6A36E26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명세</a:t>
            </a:r>
          </a:p>
        </p:txBody>
      </p:sp>
      <p:sp>
        <p:nvSpPr>
          <p:cNvPr id="14" name="03-05-right-dot-1">
            <a:extLst xmlns:a="http://schemas.openxmlformats.org/drawingml/2006/main">
              <a:ext uri="{FF2B5EF4-FFF2-40B4-BE49-F238E27FC236}">
                <a16:creationId xmlns:a16="http://schemas.microsoft.com/office/drawing/2014/main" id="{9D29613E-41EC-4659-A544-D4067EF2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3-05-right-line-1">
            <a:extLst xmlns:a="http://schemas.openxmlformats.org/drawingml/2006/main">
              <a:ext uri="{FF2B5EF4-FFF2-40B4-BE49-F238E27FC236}">
                <a16:creationId xmlns:a16="http://schemas.microsoft.com/office/drawing/2014/main" id="{9AED7501-5733-4FBC-ADD4-FF109127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질문으로 모호함을 찾는다</a:t>
            </a:r>
          </a:p>
        </p:txBody>
      </p:sp>
      <p:sp>
        <p:nvSpPr>
          <p:cNvPr id="16" name="03-05-right-dot-2">
            <a:extLst xmlns:a="http://schemas.openxmlformats.org/drawingml/2006/main">
              <a:ext uri="{FF2B5EF4-FFF2-40B4-BE49-F238E27FC236}">
                <a16:creationId xmlns:a16="http://schemas.microsoft.com/office/drawing/2014/main" id="{10E0EC29-D629-4985-AC46-6E076D20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3-05-right-line-2">
            <a:extLst xmlns:a="http://schemas.openxmlformats.org/drawingml/2006/main">
              <a:ext uri="{FF2B5EF4-FFF2-40B4-BE49-F238E27FC236}">
                <a16:creationId xmlns:a16="http://schemas.microsoft.com/office/drawing/2014/main" id="{27FF8FBB-213E-4195-87A5-FD3805D6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제외 범위를 합의한다</a:t>
            </a:r>
          </a:p>
        </p:txBody>
      </p:sp>
      <p:sp>
        <p:nvSpPr>
          <p:cNvPr id="18" name="03-05-right-dot-3">
            <a:extLst xmlns:a="http://schemas.openxmlformats.org/drawingml/2006/main">
              <a:ext uri="{FF2B5EF4-FFF2-40B4-BE49-F238E27FC236}">
                <a16:creationId xmlns:a16="http://schemas.microsoft.com/office/drawing/2014/main" id="{F5640815-AED0-4B42-BE60-F2C68827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3-05-right-line-3">
            <a:extLst xmlns:a="http://schemas.openxmlformats.org/drawingml/2006/main">
              <a:ext uri="{FF2B5EF4-FFF2-40B4-BE49-F238E27FC236}">
                <a16:creationId xmlns:a16="http://schemas.microsoft.com/office/drawing/2014/main" id="{017D0E8D-83E6-4D1D-A695-AEAB98A8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성공 조건이 파일로 남는다</a:t>
            </a:r>
          </a:p>
        </p:txBody>
      </p:sp>
      <p:sp>
        <p:nvSpPr>
          <p:cNvPr id="20" name="03-05-optional">
            <a:extLst xmlns:a="http://schemas.openxmlformats.org/drawingml/2006/main">
              <a:ext uri="{FF2B5EF4-FFF2-40B4-BE49-F238E27FC236}">
                <a16:creationId xmlns:a16="http://schemas.microsoft.com/office/drawing/2014/main" id="{BC92750F-0191-4130-AF49-F8EEBF5B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92107450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3-06-footer-section">
            <a:extLst xmlns:a="http://schemas.openxmlformats.org/drawingml/2006/main">
              <a:ext uri="{FF2B5EF4-FFF2-40B4-BE49-F238E27FC236}">
                <a16:creationId xmlns:a16="http://schemas.microsoft.com/office/drawing/2014/main" id="{3202DF8D-9EEC-4602-B759-C8A88273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SDD</a:t>
            </a:r>
          </a:p>
        </p:txBody>
      </p:sp>
      <p:sp>
        <p:nvSpPr>
          <p:cNvPr id="2" name="03-06-footer-page">
            <a:extLst xmlns:a="http://schemas.openxmlformats.org/drawingml/2006/main">
              <a:ext uri="{FF2B5EF4-FFF2-40B4-BE49-F238E27FC236}">
                <a16:creationId xmlns:a16="http://schemas.microsoft.com/office/drawing/2014/main" id="{F1C96AC4-16EF-4399-BE80-31D143D0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38 / 70</a:t>
            </a:r>
          </a:p>
        </p:txBody>
      </p:sp>
      <p:sp>
        <p:nvSpPr>
          <p:cNvPr id="3" name="03-06-accent-rule">
            <a:extLst xmlns:a="http://schemas.openxmlformats.org/drawingml/2006/main">
              <a:ext uri="{FF2B5EF4-FFF2-40B4-BE49-F238E27FC236}">
                <a16:creationId xmlns:a16="http://schemas.microsoft.com/office/drawing/2014/main" id="{AE8AF727-144A-4507-8B3A-93BFBD8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06-title">
            <a:extLst xmlns:a="http://schemas.openxmlformats.org/drawingml/2006/main">
              <a:ext uri="{FF2B5EF4-FFF2-40B4-BE49-F238E27FC236}">
                <a16:creationId xmlns:a16="http://schemas.microsoft.com/office/drawing/2014/main" id="{424CE0DA-0804-4B98-B463-B5553E58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합의가 파일로 남아야 다음 단계로 간다</a:t>
            </a:r>
          </a:p>
        </p:txBody>
      </p:sp>
      <p:sp>
        <p:nvSpPr>
          <p:cNvPr id="5" name="03-06-arrow-1">
            <a:extLst xmlns:a="http://schemas.openxmlformats.org/drawingml/2006/main">
              <a:ext uri="{FF2B5EF4-FFF2-40B4-BE49-F238E27FC236}">
                <a16:creationId xmlns:a16="http://schemas.microsoft.com/office/drawing/2014/main" id="{05590781-982C-41D6-8E6E-A7968FCD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9077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3-06-arrow-2">
            <a:extLst xmlns:a="http://schemas.openxmlformats.org/drawingml/2006/main">
              <a:ext uri="{FF2B5EF4-FFF2-40B4-BE49-F238E27FC236}">
                <a16:creationId xmlns:a16="http://schemas.microsoft.com/office/drawing/2014/main" id="{CD607BB6-6477-4245-AD51-D23C1E22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9077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3-06-arrow-3a">
            <a:extLst xmlns:a="http://schemas.openxmlformats.org/drawingml/2006/main">
              <a:ext uri="{FF2B5EF4-FFF2-40B4-BE49-F238E27FC236}">
                <a16:creationId xmlns:a16="http://schemas.microsoft.com/office/drawing/2014/main" id="{44E75B2E-2423-4307-A48B-3199E4F3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28925"/>
            <a:ext cx="0" cy="742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3-06-arrow-4">
            <a:extLst xmlns:a="http://schemas.openxmlformats.org/drawingml/2006/main">
              <a:ext uri="{FF2B5EF4-FFF2-40B4-BE49-F238E27FC236}">
                <a16:creationId xmlns:a16="http://schemas.microsoft.com/office/drawing/2014/main" id="{34AF9761-07E6-442F-B42B-8349A906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9" name="03-06-arrow-5">
            <a:extLst xmlns:a="http://schemas.openxmlformats.org/drawingml/2006/main">
              <a:ext uri="{FF2B5EF4-FFF2-40B4-BE49-F238E27FC236}">
                <a16:creationId xmlns:a16="http://schemas.microsoft.com/office/drawing/2014/main" id="{A3D2E6A2-941C-4E4D-B0F1-58F08AA0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10" name="03-06-node-1">
            <a:extLst xmlns:a="http://schemas.openxmlformats.org/drawingml/2006/main">
              <a:ext uri="{FF2B5EF4-FFF2-40B4-BE49-F238E27FC236}">
                <a16:creationId xmlns:a16="http://schemas.microsoft.com/office/drawing/2014/main" id="{32B1F0A7-8169-4F46-9A03-7BB07A62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11" name="03-06-node-2">
            <a:extLst xmlns:a="http://schemas.openxmlformats.org/drawingml/2006/main">
              <a:ext uri="{FF2B5EF4-FFF2-40B4-BE49-F238E27FC236}">
                <a16:creationId xmlns:a16="http://schemas.microsoft.com/office/drawing/2014/main" id="{030C29EF-3801-48D2-BA5C-38FEEF4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범위</a:t>
            </a:r>
          </a:p>
        </p:txBody>
      </p:sp>
      <p:sp>
        <p:nvSpPr>
          <p:cNvPr id="12" name="03-06-node-3">
            <a:extLst xmlns:a="http://schemas.openxmlformats.org/drawingml/2006/main">
              <a:ext uri="{FF2B5EF4-FFF2-40B4-BE49-F238E27FC236}">
                <a16:creationId xmlns:a16="http://schemas.microsoft.com/office/drawing/2014/main" id="{55BF253B-347A-4C83-8FCB-E2D96960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제외 범위</a:t>
            </a:r>
          </a:p>
        </p:txBody>
      </p:sp>
      <p:sp>
        <p:nvSpPr>
          <p:cNvPr id="13" name="03-06-node-4">
            <a:extLst xmlns:a="http://schemas.openxmlformats.org/drawingml/2006/main">
              <a:ext uri="{FF2B5EF4-FFF2-40B4-BE49-F238E27FC236}">
                <a16:creationId xmlns:a16="http://schemas.microsoft.com/office/drawing/2014/main" id="{C7EBEA19-65E0-42A3-B237-E6B96871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제약</a:t>
            </a:r>
          </a:p>
        </p:txBody>
      </p:sp>
      <p:sp>
        <p:nvSpPr>
          <p:cNvPr id="14" name="03-06-node-5">
            <a:extLst xmlns:a="http://schemas.openxmlformats.org/drawingml/2006/main">
              <a:ext uri="{FF2B5EF4-FFF2-40B4-BE49-F238E27FC236}">
                <a16:creationId xmlns:a16="http://schemas.microsoft.com/office/drawing/2014/main" id="{DDC568B9-4743-4B31-9D2C-5570814B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성공 조건</a:t>
            </a:r>
          </a:p>
        </p:txBody>
      </p:sp>
      <p:sp>
        <p:nvSpPr>
          <p:cNvPr id="15" name="03-06-node-6">
            <a:extLst xmlns:a="http://schemas.openxmlformats.org/drawingml/2006/main">
              <a:ext uri="{FF2B5EF4-FFF2-40B4-BE49-F238E27FC236}">
                <a16:creationId xmlns:a16="http://schemas.microsoft.com/office/drawing/2014/main" id="{95B3322E-7579-4249-A52D-A3865225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spec</a:t>
            </a:r>
          </a:p>
        </p:txBody>
      </p:sp>
      <p:sp>
        <p:nvSpPr>
          <p:cNvPr id="16" name="03-06-caption">
            <a:extLst xmlns:a="http://schemas.openxmlformats.org/drawingml/2006/main">
              <a:ext uri="{FF2B5EF4-FFF2-40B4-BE49-F238E27FC236}">
                <a16:creationId xmlns:a16="http://schemas.microsoft.com/office/drawing/2014/main" id="{20413E22-42E0-4164-8520-2EEFFF04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대화가 아니라 남는 상태가 목적</a:t>
            </a:r>
          </a:p>
        </p:txBody>
      </p:sp>
    </p:spTree>
    <p:extLst>
      <p:ext uri="{BB962C8B-B14F-4D97-AF65-F5344CB8AC3E}">
        <p14:creationId xmlns:p14="http://schemas.microsoft.com/office/powerpoint/2010/main" val="209358736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3-07-footer-section">
            <a:extLst xmlns:a="http://schemas.openxmlformats.org/drawingml/2006/main">
              <a:ext uri="{FF2B5EF4-FFF2-40B4-BE49-F238E27FC236}">
                <a16:creationId xmlns:a16="http://schemas.microsoft.com/office/drawing/2014/main" id="{78FBB7A9-9B93-495A-9983-321C0BD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DDD</a:t>
            </a:r>
          </a:p>
        </p:txBody>
      </p:sp>
      <p:sp>
        <p:nvSpPr>
          <p:cNvPr id="2" name="03-07-footer-page">
            <a:extLst xmlns:a="http://schemas.openxmlformats.org/drawingml/2006/main">
              <a:ext uri="{FF2B5EF4-FFF2-40B4-BE49-F238E27FC236}">
                <a16:creationId xmlns:a16="http://schemas.microsoft.com/office/drawing/2014/main" id="{F54F1C6B-9A6C-42EF-9CDE-87E0467C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39 / 70</a:t>
            </a:r>
          </a:p>
        </p:txBody>
      </p:sp>
      <p:sp>
        <p:nvSpPr>
          <p:cNvPr id="3" name="03-07-accent-rule">
            <a:extLst xmlns:a="http://schemas.openxmlformats.org/drawingml/2006/main">
              <a:ext uri="{FF2B5EF4-FFF2-40B4-BE49-F238E27FC236}">
                <a16:creationId xmlns:a16="http://schemas.microsoft.com/office/drawing/2014/main" id="{73256F6D-6384-42D4-B529-8C50E09F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07-title">
            <a:extLst xmlns:a="http://schemas.openxmlformats.org/drawingml/2006/main">
              <a:ext uri="{FF2B5EF4-FFF2-40B4-BE49-F238E27FC236}">
                <a16:creationId xmlns:a16="http://schemas.microsoft.com/office/drawing/2014/main" id="{78F9E93A-6176-41DF-8774-2DA06B06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DDD는 같은 단어를 같은 뜻으로 쓰는 데서 시작한다</a:t>
            </a:r>
          </a:p>
        </p:txBody>
      </p:sp>
      <p:sp>
        <p:nvSpPr>
          <p:cNvPr id="5" name="03-07-bullet-1">
            <a:extLst xmlns:a="http://schemas.openxmlformats.org/drawingml/2006/main">
              <a:ext uri="{FF2B5EF4-FFF2-40B4-BE49-F238E27FC236}">
                <a16:creationId xmlns:a16="http://schemas.microsoft.com/office/drawing/2014/main" id="{3F9E4B97-8D07-41FA-9D74-B710B6F3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3-07-body-1">
            <a:extLst xmlns:a="http://schemas.openxmlformats.org/drawingml/2006/main">
              <a:ext uri="{FF2B5EF4-FFF2-40B4-BE49-F238E27FC236}">
                <a16:creationId xmlns:a16="http://schemas.microsoft.com/office/drawing/2014/main" id="{352AEDAF-D470-4064-A2F0-9C6EAA9D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모르는 용어를 추측하지 않는다</a:t>
            </a:r>
          </a:p>
        </p:txBody>
      </p:sp>
      <p:sp>
        <p:nvSpPr>
          <p:cNvPr id="7" name="03-07-bullet-2">
            <a:extLst xmlns:a="http://schemas.openxmlformats.org/drawingml/2006/main">
              <a:ext uri="{FF2B5EF4-FFF2-40B4-BE49-F238E27FC236}">
                <a16:creationId xmlns:a16="http://schemas.microsoft.com/office/drawing/2014/main" id="{8C5E65D4-2F50-4C5F-9F2C-826D8311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3-07-body-2">
            <a:extLst xmlns:a="http://schemas.openxmlformats.org/drawingml/2006/main">
              <a:ext uri="{FF2B5EF4-FFF2-40B4-BE49-F238E27FC236}">
                <a16:creationId xmlns:a16="http://schemas.microsoft.com/office/drawing/2014/main" id="{1D2B5CDB-36E5-4EAF-B097-89C38675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같은 정의를 사람·코드·테스트에 사용한다</a:t>
            </a:r>
          </a:p>
        </p:txBody>
      </p:sp>
    </p:spTree>
    <p:extLst>
      <p:ext uri="{BB962C8B-B14F-4D97-AF65-F5344CB8AC3E}">
        <p14:creationId xmlns:p14="http://schemas.microsoft.com/office/powerpoint/2010/main" val="17953210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3-08-footer-section">
            <a:extLst xmlns:a="http://schemas.openxmlformats.org/drawingml/2006/main">
              <a:ext uri="{FF2B5EF4-FFF2-40B4-BE49-F238E27FC236}">
                <a16:creationId xmlns:a16="http://schemas.microsoft.com/office/drawing/2014/main" id="{EFCD6536-471A-409A-9BD8-B472A834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DDD</a:t>
            </a:r>
          </a:p>
        </p:txBody>
      </p:sp>
      <p:sp>
        <p:nvSpPr>
          <p:cNvPr id="2" name="03-08-footer-page">
            <a:extLst xmlns:a="http://schemas.openxmlformats.org/drawingml/2006/main">
              <a:ext uri="{FF2B5EF4-FFF2-40B4-BE49-F238E27FC236}">
                <a16:creationId xmlns:a16="http://schemas.microsoft.com/office/drawing/2014/main" id="{66F64260-8456-4B26-B913-A9FCD013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40 / 70</a:t>
            </a:r>
          </a:p>
        </p:txBody>
      </p:sp>
      <p:sp>
        <p:nvSpPr>
          <p:cNvPr id="3" name="03-08-accent-rule">
            <a:extLst xmlns:a="http://schemas.openxmlformats.org/drawingml/2006/main">
              <a:ext uri="{FF2B5EF4-FFF2-40B4-BE49-F238E27FC236}">
                <a16:creationId xmlns:a16="http://schemas.microsoft.com/office/drawing/2014/main" id="{C3B27CE5-52AC-478E-A75F-BD9012D3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08-title">
            <a:extLst xmlns:a="http://schemas.openxmlformats.org/drawingml/2006/main">
              <a:ext uri="{FF2B5EF4-FFF2-40B4-BE49-F238E27FC236}">
                <a16:creationId xmlns:a16="http://schemas.microsoft.com/office/drawing/2014/main" id="{66098F3F-8CFF-40AB-B159-42F9A1E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이름이 흔들리면 설계와 테스트도 흔들린다</a:t>
            </a:r>
          </a:p>
        </p:txBody>
      </p:sp>
      <p:sp>
        <p:nvSpPr>
          <p:cNvPr id="5" name="03-08-prompt">
            <a:extLst xmlns:a="http://schemas.openxmlformats.org/drawingml/2006/main">
              <a:ext uri="{FF2B5EF4-FFF2-40B4-BE49-F238E27FC236}">
                <a16:creationId xmlns:a16="http://schemas.microsoft.com/office/drawing/2014/main" id="{92821F42-A875-41B0-AB23-89A97848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‘주문 취소’란 무엇인가?</a:t>
            </a:r>
          </a:p>
        </p:txBody>
      </p:sp>
      <p:sp>
        <p:nvSpPr>
          <p:cNvPr id="6" name="03-08-bullet-1">
            <a:extLst xmlns:a="http://schemas.openxmlformats.org/drawingml/2006/main">
              <a:ext uri="{FF2B5EF4-FFF2-40B4-BE49-F238E27FC236}">
                <a16:creationId xmlns:a16="http://schemas.microsoft.com/office/drawing/2014/main" id="{37290D6C-3F4D-4814-8A1A-F2CFF1A9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7" name="03-08-body-1">
            <a:extLst xmlns:a="http://schemas.openxmlformats.org/drawingml/2006/main">
              <a:ext uri="{FF2B5EF4-FFF2-40B4-BE49-F238E27FC236}">
                <a16:creationId xmlns:a16="http://schemas.microsoft.com/office/drawing/2014/main" id="{C7B0D59D-F452-4B36-8FB7-29AF46FA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주문 상태만 바꾸는가</a:t>
            </a:r>
          </a:p>
        </p:txBody>
      </p:sp>
      <p:sp>
        <p:nvSpPr>
          <p:cNvPr id="8" name="03-08-bullet-2">
            <a:extLst xmlns:a="http://schemas.openxmlformats.org/drawingml/2006/main">
              <a:ext uri="{FF2B5EF4-FFF2-40B4-BE49-F238E27FC236}">
                <a16:creationId xmlns:a16="http://schemas.microsoft.com/office/drawing/2014/main" id="{264822E3-017A-44E5-B2B5-83B2A771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9" name="03-08-body-2">
            <a:extLst xmlns:a="http://schemas.openxmlformats.org/drawingml/2006/main">
              <a:ext uri="{FF2B5EF4-FFF2-40B4-BE49-F238E27FC236}">
                <a16:creationId xmlns:a16="http://schemas.microsoft.com/office/drawing/2014/main" id="{6B024B5A-1FB2-428F-B22B-B691B333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재고를 복원하는가</a:t>
            </a:r>
          </a:p>
        </p:txBody>
      </p:sp>
      <p:sp>
        <p:nvSpPr>
          <p:cNvPr id="10" name="03-08-bullet-3">
            <a:extLst xmlns:a="http://schemas.openxmlformats.org/drawingml/2006/main">
              <a:ext uri="{FF2B5EF4-FFF2-40B4-BE49-F238E27FC236}">
                <a16:creationId xmlns:a16="http://schemas.microsoft.com/office/drawing/2014/main" id="{FB3D5672-178F-4FA0-ADE3-A1BEE002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1" name="03-08-body-3">
            <a:extLst xmlns:a="http://schemas.openxmlformats.org/drawingml/2006/main">
              <a:ext uri="{FF2B5EF4-FFF2-40B4-BE49-F238E27FC236}">
                <a16:creationId xmlns:a16="http://schemas.microsoft.com/office/drawing/2014/main" id="{95EB1618-419E-440B-9340-DC3B14EF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결제 환불까지 포함하는가</a:t>
            </a:r>
          </a:p>
        </p:txBody>
      </p:sp>
      <p:sp>
        <p:nvSpPr>
          <p:cNvPr id="12" name="03-08-bullet-4">
            <a:extLst xmlns:a="http://schemas.openxmlformats.org/drawingml/2006/main">
              <a:ext uri="{FF2B5EF4-FFF2-40B4-BE49-F238E27FC236}">
                <a16:creationId xmlns:a16="http://schemas.microsoft.com/office/drawing/2014/main" id="{95125BA9-53FD-4E1F-8C5B-354BCE7B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3" name="03-08-body-4">
            <a:extLst xmlns:a="http://schemas.openxmlformats.org/drawingml/2006/main">
              <a:ext uri="{FF2B5EF4-FFF2-40B4-BE49-F238E27FC236}">
                <a16:creationId xmlns:a16="http://schemas.microsoft.com/office/drawing/2014/main" id="{83555A7D-1A02-422A-B4FE-CA5E634D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배송 후에도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17726889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03-09-footer-section">
            <a:extLst xmlns:a="http://schemas.openxmlformats.org/drawingml/2006/main">
              <a:ext uri="{FF2B5EF4-FFF2-40B4-BE49-F238E27FC236}">
                <a16:creationId xmlns:a16="http://schemas.microsoft.com/office/drawing/2014/main" id="{2F706253-572A-4B88-8C29-390E2E29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DDD</a:t>
            </a:r>
          </a:p>
        </p:txBody>
      </p:sp>
      <p:sp>
        <p:nvSpPr>
          <p:cNvPr id="2" name="03-09-footer-page">
            <a:extLst xmlns:a="http://schemas.openxmlformats.org/drawingml/2006/main">
              <a:ext uri="{FF2B5EF4-FFF2-40B4-BE49-F238E27FC236}">
                <a16:creationId xmlns:a16="http://schemas.microsoft.com/office/drawing/2014/main" id="{2787F2E0-B987-4493-A71F-F349316F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41 / 70</a:t>
            </a:r>
          </a:p>
        </p:txBody>
      </p:sp>
      <p:sp>
        <p:nvSpPr>
          <p:cNvPr id="3" name="03-09-accent-rule">
            <a:extLst xmlns:a="http://schemas.openxmlformats.org/drawingml/2006/main">
              <a:ext uri="{FF2B5EF4-FFF2-40B4-BE49-F238E27FC236}">
                <a16:creationId xmlns:a16="http://schemas.microsoft.com/office/drawing/2014/main" id="{B71BA7FD-7F5D-40AA-8B62-95F1BEB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09-title">
            <a:extLst xmlns:a="http://schemas.openxmlformats.org/drawingml/2006/main">
              <a:ext uri="{FF2B5EF4-FFF2-40B4-BE49-F238E27FC236}">
                <a16:creationId xmlns:a16="http://schemas.microsoft.com/office/drawing/2014/main" id="{669E2358-A04B-4E12-B0B1-1B3DF6D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용어집은 이름 판단을 대조 가능하게 만든다</a:t>
            </a:r>
          </a:p>
        </p:txBody>
      </p:sp>
      <p:sp>
        <p:nvSpPr>
          <p:cNvPr id="5" name="03-09-divider">
            <a:extLst xmlns:a="http://schemas.openxmlformats.org/drawingml/2006/main">
              <a:ext uri="{FF2B5EF4-FFF2-40B4-BE49-F238E27FC236}">
                <a16:creationId xmlns:a16="http://schemas.microsoft.com/office/drawing/2014/main" id="{895D866E-41F5-41FC-9341-7038E24B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3-09-left-heading">
            <a:extLst xmlns:a="http://schemas.openxmlformats.org/drawingml/2006/main">
              <a:ext uri="{FF2B5EF4-FFF2-40B4-BE49-F238E27FC236}">
                <a16:creationId xmlns:a16="http://schemas.microsoft.com/office/drawing/2014/main" id="{0C49748C-4B75-4791-AFB3-A93CE726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용어집이 없을 때</a:t>
            </a:r>
          </a:p>
        </p:txBody>
      </p:sp>
      <p:sp>
        <p:nvSpPr>
          <p:cNvPr id="7" name="03-09-left-dot-1">
            <a:extLst xmlns:a="http://schemas.openxmlformats.org/drawingml/2006/main">
              <a:ext uri="{FF2B5EF4-FFF2-40B4-BE49-F238E27FC236}">
                <a16:creationId xmlns:a16="http://schemas.microsoft.com/office/drawing/2014/main" id="{37D41CF8-CAEB-4742-AE2B-1DDC8570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3-09-left-line-1">
            <a:extLst xmlns:a="http://schemas.openxmlformats.org/drawingml/2006/main">
              <a:ext uri="{FF2B5EF4-FFF2-40B4-BE49-F238E27FC236}">
                <a16:creationId xmlns:a16="http://schemas.microsoft.com/office/drawing/2014/main" id="{1B9BF421-8765-405D-B6CB-694AE620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AI가 그럴듯한 이름을 만든다</a:t>
            </a:r>
          </a:p>
        </p:txBody>
      </p:sp>
      <p:sp>
        <p:nvSpPr>
          <p:cNvPr id="9" name="03-09-left-dot-2">
            <a:extLst xmlns:a="http://schemas.openxmlformats.org/drawingml/2006/main">
              <a:ext uri="{FF2B5EF4-FFF2-40B4-BE49-F238E27FC236}">
                <a16:creationId xmlns:a16="http://schemas.microsoft.com/office/drawing/2014/main" id="{C52064F3-BD63-4EB5-8F3E-33F85C86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3-09-left-line-2">
            <a:extLst xmlns:a="http://schemas.openxmlformats.org/drawingml/2006/main">
              <a:ext uri="{FF2B5EF4-FFF2-40B4-BE49-F238E27FC236}">
                <a16:creationId xmlns:a16="http://schemas.microsoft.com/office/drawing/2014/main" id="{26250715-F8AB-4F81-838D-358C3DD4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세션마다 표현이 달라진다</a:t>
            </a:r>
          </a:p>
        </p:txBody>
      </p:sp>
      <p:sp>
        <p:nvSpPr>
          <p:cNvPr id="11" name="03-09-left-dot-3">
            <a:extLst xmlns:a="http://schemas.openxmlformats.org/drawingml/2006/main">
              <a:ext uri="{FF2B5EF4-FFF2-40B4-BE49-F238E27FC236}">
                <a16:creationId xmlns:a16="http://schemas.microsoft.com/office/drawing/2014/main" id="{C5D0E237-6B4D-4E1B-BFD9-E9D169E2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3-09-left-line-3">
            <a:extLst xmlns:a="http://schemas.openxmlformats.org/drawingml/2006/main">
              <a:ext uri="{FF2B5EF4-FFF2-40B4-BE49-F238E27FC236}">
                <a16:creationId xmlns:a16="http://schemas.microsoft.com/office/drawing/2014/main" id="{B0FBE8F9-5934-49E0-BE57-F46BDC96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사람만 어색함을 느낀다</a:t>
            </a:r>
          </a:p>
        </p:txBody>
      </p:sp>
      <p:sp>
        <p:nvSpPr>
          <p:cNvPr id="13" name="03-09-right-heading">
            <a:extLst xmlns:a="http://schemas.openxmlformats.org/drawingml/2006/main">
              <a:ext uri="{FF2B5EF4-FFF2-40B4-BE49-F238E27FC236}">
                <a16:creationId xmlns:a16="http://schemas.microsoft.com/office/drawing/2014/main" id="{AC4FC00A-B7DB-4005-9F8F-3EB8D8F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용어집이 있을 때</a:t>
            </a:r>
          </a:p>
        </p:txBody>
      </p:sp>
      <p:sp>
        <p:nvSpPr>
          <p:cNvPr id="14" name="03-09-right-dot-1">
            <a:extLst xmlns:a="http://schemas.openxmlformats.org/drawingml/2006/main">
              <a:ext uri="{FF2B5EF4-FFF2-40B4-BE49-F238E27FC236}">
                <a16:creationId xmlns:a16="http://schemas.microsoft.com/office/drawing/2014/main" id="{18236A21-A539-441A-8191-1EE48B93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3-09-right-line-1">
            <a:extLst xmlns:a="http://schemas.openxmlformats.org/drawingml/2006/main">
              <a:ext uri="{FF2B5EF4-FFF2-40B4-BE49-F238E27FC236}">
                <a16:creationId xmlns:a16="http://schemas.microsoft.com/office/drawing/2014/main" id="{40FAB9A8-5194-4F93-8723-DB0CB668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정의와 이름을 대조한다</a:t>
            </a:r>
          </a:p>
        </p:txBody>
      </p:sp>
      <p:sp>
        <p:nvSpPr>
          <p:cNvPr id="16" name="03-09-right-dot-2">
            <a:extLst xmlns:a="http://schemas.openxmlformats.org/drawingml/2006/main">
              <a:ext uri="{FF2B5EF4-FFF2-40B4-BE49-F238E27FC236}">
                <a16:creationId xmlns:a16="http://schemas.microsoft.com/office/drawing/2014/main" id="{BEADDBC7-94D7-496B-9FCB-9A00C554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3-09-right-line-2">
            <a:extLst xmlns:a="http://schemas.openxmlformats.org/drawingml/2006/main">
              <a:ext uri="{FF2B5EF4-FFF2-40B4-BE49-F238E27FC236}">
                <a16:creationId xmlns:a16="http://schemas.microsoft.com/office/drawing/2014/main" id="{F4A122BD-0CED-4E47-81D9-5410A057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모든 작업에 같은 맥락을 준다</a:t>
            </a:r>
          </a:p>
        </p:txBody>
      </p:sp>
      <p:sp>
        <p:nvSpPr>
          <p:cNvPr id="18" name="03-09-right-dot-3">
            <a:extLst xmlns:a="http://schemas.openxmlformats.org/drawingml/2006/main">
              <a:ext uri="{FF2B5EF4-FFF2-40B4-BE49-F238E27FC236}">
                <a16:creationId xmlns:a16="http://schemas.microsoft.com/office/drawing/2014/main" id="{4A85287C-A790-4C95-88E4-CCA5512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3-09-right-line-3">
            <a:extLst xmlns:a="http://schemas.openxmlformats.org/drawingml/2006/main">
              <a:ext uri="{FF2B5EF4-FFF2-40B4-BE49-F238E27FC236}">
                <a16:creationId xmlns:a16="http://schemas.microsoft.com/office/drawing/2014/main" id="{DBEC6384-E636-429A-A054-2A71270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애매하면 질문한다</a:t>
            </a:r>
          </a:p>
        </p:txBody>
      </p:sp>
      <p:sp>
        <p:nvSpPr>
          <p:cNvPr id="20" name="03-09-optional">
            <a:extLst xmlns:a="http://schemas.openxmlformats.org/drawingml/2006/main">
              <a:ext uri="{FF2B5EF4-FFF2-40B4-BE49-F238E27FC236}">
                <a16:creationId xmlns:a16="http://schemas.microsoft.com/office/drawing/2014/main" id="{8E1BAC81-5232-41CD-BD06-924D49DF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73075624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3-10-footer-section">
            <a:extLst xmlns:a="http://schemas.openxmlformats.org/drawingml/2006/main">
              <a:ext uri="{FF2B5EF4-FFF2-40B4-BE49-F238E27FC236}">
                <a16:creationId xmlns:a16="http://schemas.microsoft.com/office/drawing/2014/main" id="{B1287192-0A78-48CE-ADDC-140F027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TDD</a:t>
            </a:r>
          </a:p>
        </p:txBody>
      </p:sp>
      <p:sp>
        <p:nvSpPr>
          <p:cNvPr id="2" name="03-10-footer-page">
            <a:extLst xmlns:a="http://schemas.openxmlformats.org/drawingml/2006/main">
              <a:ext uri="{FF2B5EF4-FFF2-40B4-BE49-F238E27FC236}">
                <a16:creationId xmlns:a16="http://schemas.microsoft.com/office/drawing/2014/main" id="{5F9E904D-0806-437F-8D74-55093F4E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42 / 70</a:t>
            </a:r>
          </a:p>
        </p:txBody>
      </p:sp>
      <p:sp>
        <p:nvSpPr>
          <p:cNvPr id="3" name="03-10-accent-rule">
            <a:extLst xmlns:a="http://schemas.openxmlformats.org/drawingml/2006/main">
              <a:ext uri="{FF2B5EF4-FFF2-40B4-BE49-F238E27FC236}">
                <a16:creationId xmlns:a16="http://schemas.microsoft.com/office/drawing/2014/main" id="{E4641C49-36B9-4E97-90CD-A247AC58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10-title">
            <a:extLst xmlns:a="http://schemas.openxmlformats.org/drawingml/2006/main">
              <a:ext uri="{FF2B5EF4-FFF2-40B4-BE49-F238E27FC236}">
                <a16:creationId xmlns:a16="http://schemas.microsoft.com/office/drawing/2014/main" id="{F86D8FC8-67D7-4C8B-88EF-65A75C0D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TDD는 원하는 행동을 코드보다 먼저 정한다</a:t>
            </a:r>
          </a:p>
        </p:txBody>
      </p:sp>
      <p:sp>
        <p:nvSpPr>
          <p:cNvPr id="5" name="03-10-bullet-1">
            <a:extLst xmlns:a="http://schemas.openxmlformats.org/drawingml/2006/main">
              <a:ext uri="{FF2B5EF4-FFF2-40B4-BE49-F238E27FC236}">
                <a16:creationId xmlns:a16="http://schemas.microsoft.com/office/drawing/2014/main" id="{B2A484F6-F26D-4C74-AA6D-FD3EB3A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3-10-body-1">
            <a:extLst xmlns:a="http://schemas.openxmlformats.org/drawingml/2006/main">
              <a:ext uri="{FF2B5EF4-FFF2-40B4-BE49-F238E27FC236}">
                <a16:creationId xmlns:a16="http://schemas.microsoft.com/office/drawing/2014/main" id="{E67CA043-E362-4BD0-AF8F-A97BC92D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테스트가 설계의 첫 문장이 된다</a:t>
            </a:r>
          </a:p>
        </p:txBody>
      </p:sp>
      <p:sp>
        <p:nvSpPr>
          <p:cNvPr id="7" name="03-10-bullet-2">
            <a:extLst xmlns:a="http://schemas.openxmlformats.org/drawingml/2006/main">
              <a:ext uri="{FF2B5EF4-FFF2-40B4-BE49-F238E27FC236}">
                <a16:creationId xmlns:a16="http://schemas.microsoft.com/office/drawing/2014/main" id="{BDA92895-FE5B-4450-8E5A-D7F67CDD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3-10-body-2">
            <a:extLst xmlns:a="http://schemas.openxmlformats.org/drawingml/2006/main">
              <a:ext uri="{FF2B5EF4-FFF2-40B4-BE49-F238E27FC236}">
                <a16:creationId xmlns:a16="http://schemas.microsoft.com/office/drawing/2014/main" id="{8FEDA0B8-E6AE-4AFD-94BE-AD225B3C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구현은 그 문장을 통과하는 최소 변경이다</a:t>
            </a:r>
          </a:p>
        </p:txBody>
      </p:sp>
    </p:spTree>
    <p:extLst>
      <p:ext uri="{BB962C8B-B14F-4D97-AF65-F5344CB8AC3E}">
        <p14:creationId xmlns:p14="http://schemas.microsoft.com/office/powerpoint/2010/main" val="13928306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3-11-footer-section">
            <a:extLst xmlns:a="http://schemas.openxmlformats.org/drawingml/2006/main">
              <a:ext uri="{FF2B5EF4-FFF2-40B4-BE49-F238E27FC236}">
                <a16:creationId xmlns:a16="http://schemas.microsoft.com/office/drawing/2014/main" id="{164BDD83-74CB-4C80-8CC2-6A4AFA59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TDD</a:t>
            </a:r>
          </a:p>
        </p:txBody>
      </p:sp>
      <p:sp>
        <p:nvSpPr>
          <p:cNvPr id="2" name="03-11-footer-page">
            <a:extLst xmlns:a="http://schemas.openxmlformats.org/drawingml/2006/main">
              <a:ext uri="{FF2B5EF4-FFF2-40B4-BE49-F238E27FC236}">
                <a16:creationId xmlns:a16="http://schemas.microsoft.com/office/drawing/2014/main" id="{294C35B6-384A-4232-AE64-4DAD6A23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43 / 70</a:t>
            </a:r>
          </a:p>
        </p:txBody>
      </p:sp>
      <p:sp>
        <p:nvSpPr>
          <p:cNvPr id="3" name="03-11-accent-rule">
            <a:extLst xmlns:a="http://schemas.openxmlformats.org/drawingml/2006/main">
              <a:ext uri="{FF2B5EF4-FFF2-40B4-BE49-F238E27FC236}">
                <a16:creationId xmlns:a16="http://schemas.microsoft.com/office/drawing/2014/main" id="{F6F31149-D657-4A9A-89A3-E3BB4A99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11-title">
            <a:extLst xmlns:a="http://schemas.openxmlformats.org/drawingml/2006/main">
              <a:ext uri="{FF2B5EF4-FFF2-40B4-BE49-F238E27FC236}">
                <a16:creationId xmlns:a16="http://schemas.microsoft.com/office/drawing/2014/main" id="{1CA501AC-6329-46D3-BFBC-48ACF79E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빨강을 보지 않으면 테스트의 증거를 모른다</a:t>
            </a:r>
          </a:p>
        </p:txBody>
      </p:sp>
      <p:sp>
        <p:nvSpPr>
          <p:cNvPr id="5" name="03-11-arrow-1">
            <a:extLst xmlns:a="http://schemas.openxmlformats.org/drawingml/2006/main">
              <a:ext uri="{FF2B5EF4-FFF2-40B4-BE49-F238E27FC236}">
                <a16:creationId xmlns:a16="http://schemas.microsoft.com/office/drawing/2014/main" id="{1C221509-2A65-40AB-A28D-56FEB9ED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3-11-arrow-2">
            <a:extLst xmlns:a="http://schemas.openxmlformats.org/drawingml/2006/main">
              <a:ext uri="{FF2B5EF4-FFF2-40B4-BE49-F238E27FC236}">
                <a16:creationId xmlns:a16="http://schemas.microsoft.com/office/drawing/2014/main" id="{E4D9CF92-8B25-49F4-887F-4B781AAE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3-11-arrow-3">
            <a:extLst xmlns:a="http://schemas.openxmlformats.org/drawingml/2006/main">
              <a:ext uri="{FF2B5EF4-FFF2-40B4-BE49-F238E27FC236}">
                <a16:creationId xmlns:a16="http://schemas.microsoft.com/office/drawing/2014/main" id="{4ABA3530-AE50-471F-A9AB-B5693A3F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3-11-arrow-4">
            <a:extLst xmlns:a="http://schemas.openxmlformats.org/drawingml/2006/main">
              <a:ext uri="{FF2B5EF4-FFF2-40B4-BE49-F238E27FC236}">
                <a16:creationId xmlns:a16="http://schemas.microsoft.com/office/drawing/2014/main" id="{6CC57CAA-02E4-427E-BC1E-9A1506A4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9" name="03-11-node-1">
            <a:extLst xmlns:a="http://schemas.openxmlformats.org/drawingml/2006/main">
              <a:ext uri="{FF2B5EF4-FFF2-40B4-BE49-F238E27FC236}">
                <a16:creationId xmlns:a16="http://schemas.microsoft.com/office/drawing/2014/main" id="{30047867-D737-4597-8CF2-0B6A2AD9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실패 테스트 작성</a:t>
            </a:r>
          </a:p>
        </p:txBody>
      </p:sp>
      <p:sp>
        <p:nvSpPr>
          <p:cNvPr id="10" name="03-11-node-2">
            <a:extLst xmlns:a="http://schemas.openxmlformats.org/drawingml/2006/main">
              <a:ext uri="{FF2B5EF4-FFF2-40B4-BE49-F238E27FC236}">
                <a16:creationId xmlns:a16="http://schemas.microsoft.com/office/drawing/2014/main" id="{04D5939F-E5F7-4730-9E6F-0C0752B3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의도한 이유로 실패</a:t>
            </a:r>
          </a:p>
        </p:txBody>
      </p:sp>
      <p:sp>
        <p:nvSpPr>
          <p:cNvPr id="11" name="03-11-node-3">
            <a:extLst xmlns:a="http://schemas.openxmlformats.org/drawingml/2006/main">
              <a:ext uri="{FF2B5EF4-FFF2-40B4-BE49-F238E27FC236}">
                <a16:creationId xmlns:a16="http://schemas.microsoft.com/office/drawing/2014/main" id="{B5751214-EECA-4DB9-A1B7-65B039EC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최소 코드</a:t>
            </a:r>
          </a:p>
        </p:txBody>
      </p:sp>
      <p:sp>
        <p:nvSpPr>
          <p:cNvPr id="12" name="03-11-node-4">
            <a:extLst xmlns:a="http://schemas.openxmlformats.org/drawingml/2006/main">
              <a:ext uri="{FF2B5EF4-FFF2-40B4-BE49-F238E27FC236}">
                <a16:creationId xmlns:a16="http://schemas.microsoft.com/office/drawing/2014/main" id="{723FF10F-8E15-4BD6-98AB-AB618895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통과</a:t>
            </a:r>
          </a:p>
        </p:txBody>
      </p:sp>
      <p:sp>
        <p:nvSpPr>
          <p:cNvPr id="13" name="03-11-node-5">
            <a:extLst xmlns:a="http://schemas.openxmlformats.org/drawingml/2006/main">
              <a:ext uri="{FF2B5EF4-FFF2-40B4-BE49-F238E27FC236}">
                <a16:creationId xmlns:a16="http://schemas.microsoft.com/office/drawing/2014/main" id="{3CE482A7-554A-41EA-A232-B27352D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정리</a:t>
            </a:r>
          </a:p>
        </p:txBody>
      </p:sp>
      <p:sp>
        <p:nvSpPr>
          <p:cNvPr id="14" name="03-11-caption">
            <a:extLst xmlns:a="http://schemas.openxmlformats.org/drawingml/2006/main">
              <a:ext uri="{FF2B5EF4-FFF2-40B4-BE49-F238E27FC236}">
                <a16:creationId xmlns:a16="http://schemas.microsoft.com/office/drawing/2014/main" id="{80AD2B8A-0992-4910-9671-E20DBB55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Red → Green → Refactor</a:t>
            </a:r>
          </a:p>
        </p:txBody>
      </p:sp>
    </p:spTree>
    <p:extLst>
      <p:ext uri="{BB962C8B-B14F-4D97-AF65-F5344CB8AC3E}">
        <p14:creationId xmlns:p14="http://schemas.microsoft.com/office/powerpoint/2010/main" val="160231829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3-12-footer-section">
            <a:extLst xmlns:a="http://schemas.openxmlformats.org/drawingml/2006/main">
              <a:ext uri="{FF2B5EF4-FFF2-40B4-BE49-F238E27FC236}">
                <a16:creationId xmlns:a16="http://schemas.microsoft.com/office/drawing/2014/main" id="{E9E12DB7-53DC-4F19-A2E9-CEE319E4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TDD</a:t>
            </a:r>
          </a:p>
        </p:txBody>
      </p:sp>
      <p:sp>
        <p:nvSpPr>
          <p:cNvPr id="2" name="03-12-footer-page">
            <a:extLst xmlns:a="http://schemas.openxmlformats.org/drawingml/2006/main">
              <a:ext uri="{FF2B5EF4-FFF2-40B4-BE49-F238E27FC236}">
                <a16:creationId xmlns:a16="http://schemas.microsoft.com/office/drawing/2014/main" id="{3DCAA3B6-C12C-4DE9-8AE3-D7321FF6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44 / 70</a:t>
            </a:r>
          </a:p>
        </p:txBody>
      </p:sp>
      <p:sp>
        <p:nvSpPr>
          <p:cNvPr id="3" name="03-12-accent-rule">
            <a:extLst xmlns:a="http://schemas.openxmlformats.org/drawingml/2006/main">
              <a:ext uri="{FF2B5EF4-FFF2-40B4-BE49-F238E27FC236}">
                <a16:creationId xmlns:a16="http://schemas.microsoft.com/office/drawing/2014/main" id="{F096A07D-2049-4179-B09D-43BE0ADD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12-title">
            <a:extLst xmlns:a="http://schemas.openxmlformats.org/drawingml/2006/main">
              <a:ext uri="{FF2B5EF4-FFF2-40B4-BE49-F238E27FC236}">
                <a16:creationId xmlns:a16="http://schemas.microsoft.com/office/drawing/2014/main" id="{BE7C09A3-B66C-49A0-B307-56405F38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TDD는 작은 검증 단위로 위임 범위를 넓힌다</a:t>
            </a:r>
          </a:p>
        </p:txBody>
      </p:sp>
      <p:sp>
        <p:nvSpPr>
          <p:cNvPr id="5" name="03-12-bullet-1">
            <a:extLst xmlns:a="http://schemas.openxmlformats.org/drawingml/2006/main">
              <a:ext uri="{FF2B5EF4-FFF2-40B4-BE49-F238E27FC236}">
                <a16:creationId xmlns:a16="http://schemas.microsoft.com/office/drawing/2014/main" id="{FA4E0BE6-5595-4823-95D2-68E17420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3-12-body-1">
            <a:extLst xmlns:a="http://schemas.openxmlformats.org/drawingml/2006/main">
              <a:ext uri="{FF2B5EF4-FFF2-40B4-BE49-F238E27FC236}">
                <a16:creationId xmlns:a16="http://schemas.microsoft.com/office/drawing/2014/main" id="{F043C218-6A66-4003-B205-6D1BE70C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요구 행동을 하나 고른다</a:t>
            </a:r>
          </a:p>
        </p:txBody>
      </p:sp>
      <p:sp>
        <p:nvSpPr>
          <p:cNvPr id="7" name="03-12-bullet-2">
            <a:extLst xmlns:a="http://schemas.openxmlformats.org/drawingml/2006/main">
              <a:ext uri="{FF2B5EF4-FFF2-40B4-BE49-F238E27FC236}">
                <a16:creationId xmlns:a16="http://schemas.microsoft.com/office/drawing/2014/main" id="{CFE87E53-7704-48A6-A5A2-151719A1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3-12-body-2">
            <a:extLst xmlns:a="http://schemas.openxmlformats.org/drawingml/2006/main">
              <a:ext uri="{FF2B5EF4-FFF2-40B4-BE49-F238E27FC236}">
                <a16:creationId xmlns:a16="http://schemas.microsoft.com/office/drawing/2014/main" id="{6006E9F1-0978-417E-8F48-56CCF319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실패 테스트를 실행한다</a:t>
            </a:r>
          </a:p>
        </p:txBody>
      </p:sp>
      <p:sp>
        <p:nvSpPr>
          <p:cNvPr id="9" name="03-12-bullet-3">
            <a:extLst xmlns:a="http://schemas.openxmlformats.org/drawingml/2006/main">
              <a:ext uri="{FF2B5EF4-FFF2-40B4-BE49-F238E27FC236}">
                <a16:creationId xmlns:a16="http://schemas.microsoft.com/office/drawing/2014/main" id="{E8189D72-37EE-47EE-B5C8-F636AF46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3-12-body-3">
            <a:extLst xmlns:a="http://schemas.openxmlformats.org/drawingml/2006/main">
              <a:ext uri="{FF2B5EF4-FFF2-40B4-BE49-F238E27FC236}">
                <a16:creationId xmlns:a16="http://schemas.microsoft.com/office/drawing/2014/main" id="{1597DDEB-361C-448C-9A41-5A5C59E4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그 행동만 통과시키는 코드를 쓴다</a:t>
            </a:r>
          </a:p>
        </p:txBody>
      </p:sp>
      <p:sp>
        <p:nvSpPr>
          <p:cNvPr id="11" name="03-12-bullet-4">
            <a:extLst xmlns:a="http://schemas.openxmlformats.org/drawingml/2006/main">
              <a:ext uri="{FF2B5EF4-FFF2-40B4-BE49-F238E27FC236}">
                <a16:creationId xmlns:a16="http://schemas.microsoft.com/office/drawing/2014/main" id="{4AB672BC-C035-4D99-85A1-98E0BCD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2" name="03-12-body-4">
            <a:extLst xmlns:a="http://schemas.openxmlformats.org/drawingml/2006/main">
              <a:ext uri="{FF2B5EF4-FFF2-40B4-BE49-F238E27FC236}">
                <a16:creationId xmlns:a16="http://schemas.microsoft.com/office/drawing/2014/main" id="{B534CA37-E357-4CA3-B4E0-9AA27D53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관련 테스트를 다시 실행한다</a:t>
            </a:r>
          </a:p>
        </p:txBody>
      </p:sp>
      <p:sp>
        <p:nvSpPr>
          <p:cNvPr id="13" name="03-12-optional">
            <a:extLst xmlns:a="http://schemas.openxmlformats.org/drawingml/2006/main">
              <a:ext uri="{FF2B5EF4-FFF2-40B4-BE49-F238E27FC236}">
                <a16:creationId xmlns:a16="http://schemas.microsoft.com/office/drawing/2014/main" id="{F06F9789-B180-4033-B76E-C5368B9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07192958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-13-footer-section">
            <a:extLst xmlns:a="http://schemas.openxmlformats.org/drawingml/2006/main">
              <a:ext uri="{FF2B5EF4-FFF2-40B4-BE49-F238E27FC236}">
                <a16:creationId xmlns:a16="http://schemas.microsoft.com/office/drawing/2014/main" id="{7E370A89-44FE-45AC-93C7-289947A2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DEEP MODULE</a:t>
            </a:r>
          </a:p>
        </p:txBody>
      </p:sp>
      <p:sp>
        <p:nvSpPr>
          <p:cNvPr id="2" name="03-13-footer-page">
            <a:extLst xmlns:a="http://schemas.openxmlformats.org/drawingml/2006/main">
              <a:ext uri="{FF2B5EF4-FFF2-40B4-BE49-F238E27FC236}">
                <a16:creationId xmlns:a16="http://schemas.microsoft.com/office/drawing/2014/main" id="{B0B1CC40-FFD6-46CB-876A-A59524FB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45 / 70</a:t>
            </a:r>
          </a:p>
        </p:txBody>
      </p:sp>
      <p:sp>
        <p:nvSpPr>
          <p:cNvPr id="3" name="03-13-accent-rule">
            <a:extLst xmlns:a="http://schemas.openxmlformats.org/drawingml/2006/main">
              <a:ext uri="{FF2B5EF4-FFF2-40B4-BE49-F238E27FC236}">
                <a16:creationId xmlns:a16="http://schemas.microsoft.com/office/drawing/2014/main" id="{8497B5CE-9853-4E56-BC91-7A42BB4C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13-title">
            <a:extLst xmlns:a="http://schemas.openxmlformats.org/drawingml/2006/main">
              <a:ext uri="{FF2B5EF4-FFF2-40B4-BE49-F238E27FC236}">
                <a16:creationId xmlns:a16="http://schemas.microsoft.com/office/drawing/2014/main" id="{6F8CF456-AE0A-4A5E-8E8A-5AE28851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좋은 모듈은 내부가 아니라 외부를 단순하게 만든다</a:t>
            </a:r>
          </a:p>
        </p:txBody>
      </p:sp>
      <p:sp>
        <p:nvSpPr>
          <p:cNvPr id="5" name="03-13-divider">
            <a:extLst xmlns:a="http://schemas.openxmlformats.org/drawingml/2006/main">
              <a:ext uri="{FF2B5EF4-FFF2-40B4-BE49-F238E27FC236}">
                <a16:creationId xmlns:a16="http://schemas.microsoft.com/office/drawing/2014/main" id="{93259592-F2A2-4BC1-8FBC-0F3AB7A4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3-13-left-heading">
            <a:extLst xmlns:a="http://schemas.openxmlformats.org/drawingml/2006/main">
              <a:ext uri="{FF2B5EF4-FFF2-40B4-BE49-F238E27FC236}">
                <a16:creationId xmlns:a16="http://schemas.microsoft.com/office/drawing/2014/main" id="{91D71934-5942-4B47-82BE-E516C52D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얕은 모듈</a:t>
            </a:r>
          </a:p>
        </p:txBody>
      </p:sp>
      <p:sp>
        <p:nvSpPr>
          <p:cNvPr id="7" name="03-13-left-dot-1">
            <a:extLst xmlns:a="http://schemas.openxmlformats.org/drawingml/2006/main">
              <a:ext uri="{FF2B5EF4-FFF2-40B4-BE49-F238E27FC236}">
                <a16:creationId xmlns:a16="http://schemas.microsoft.com/office/drawing/2014/main" id="{85934E68-3EA7-44A4-9A48-6409DD76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3-13-left-line-1">
            <a:extLst xmlns:a="http://schemas.openxmlformats.org/drawingml/2006/main">
              <a:ext uri="{FF2B5EF4-FFF2-40B4-BE49-F238E27FC236}">
                <a16:creationId xmlns:a16="http://schemas.microsoft.com/office/drawing/2014/main" id="{669FBED2-CA09-4AD8-9B9C-BC829AA5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호출자가 내부 사정을 안다</a:t>
            </a:r>
          </a:p>
        </p:txBody>
      </p:sp>
      <p:sp>
        <p:nvSpPr>
          <p:cNvPr id="9" name="03-13-left-dot-2">
            <a:extLst xmlns:a="http://schemas.openxmlformats.org/drawingml/2006/main">
              <a:ext uri="{FF2B5EF4-FFF2-40B4-BE49-F238E27FC236}">
                <a16:creationId xmlns:a16="http://schemas.microsoft.com/office/drawing/2014/main" id="{AFE64314-95D9-4087-B19E-1CF8DD26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3-13-left-line-2">
            <a:extLst xmlns:a="http://schemas.openxmlformats.org/drawingml/2006/main">
              <a:ext uri="{FF2B5EF4-FFF2-40B4-BE49-F238E27FC236}">
                <a16:creationId xmlns:a16="http://schemas.microsoft.com/office/drawing/2014/main" id="{39963A32-77E0-44AF-84EB-0CCDE42D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옵션과 순서가 밖으로 샌다</a:t>
            </a:r>
          </a:p>
        </p:txBody>
      </p:sp>
      <p:sp>
        <p:nvSpPr>
          <p:cNvPr id="11" name="03-13-left-dot-3">
            <a:extLst xmlns:a="http://schemas.openxmlformats.org/drawingml/2006/main">
              <a:ext uri="{FF2B5EF4-FFF2-40B4-BE49-F238E27FC236}">
                <a16:creationId xmlns:a16="http://schemas.microsoft.com/office/drawing/2014/main" id="{2B362987-699B-4328-B2A5-98409E77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3-13-left-line-3">
            <a:extLst xmlns:a="http://schemas.openxmlformats.org/drawingml/2006/main">
              <a:ext uri="{FF2B5EF4-FFF2-40B4-BE49-F238E27FC236}">
                <a16:creationId xmlns:a16="http://schemas.microsoft.com/office/drawing/2014/main" id="{32363C56-BFA4-4CBF-B12E-B8899EC8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변경이 여러 곳에 번진다</a:t>
            </a:r>
          </a:p>
        </p:txBody>
      </p:sp>
      <p:sp>
        <p:nvSpPr>
          <p:cNvPr id="13" name="03-13-right-heading">
            <a:extLst xmlns:a="http://schemas.openxmlformats.org/drawingml/2006/main">
              <a:ext uri="{FF2B5EF4-FFF2-40B4-BE49-F238E27FC236}">
                <a16:creationId xmlns:a16="http://schemas.microsoft.com/office/drawing/2014/main" id="{C8006B12-7B72-4109-8539-302D80C5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깊은 모듈</a:t>
            </a:r>
          </a:p>
        </p:txBody>
      </p:sp>
      <p:sp>
        <p:nvSpPr>
          <p:cNvPr id="14" name="03-13-right-dot-1">
            <a:extLst xmlns:a="http://schemas.openxmlformats.org/drawingml/2006/main">
              <a:ext uri="{FF2B5EF4-FFF2-40B4-BE49-F238E27FC236}">
                <a16:creationId xmlns:a16="http://schemas.microsoft.com/office/drawing/2014/main" id="{343E258C-1DA4-4B7E-858C-119FDB76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3-13-right-line-1">
            <a:extLst xmlns:a="http://schemas.openxmlformats.org/drawingml/2006/main">
              <a:ext uri="{FF2B5EF4-FFF2-40B4-BE49-F238E27FC236}">
                <a16:creationId xmlns:a16="http://schemas.microsoft.com/office/drawing/2014/main" id="{6500128A-BC27-41EB-9BE5-8FAC5BF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작은 인터페이스</a:t>
            </a:r>
          </a:p>
        </p:txBody>
      </p:sp>
      <p:sp>
        <p:nvSpPr>
          <p:cNvPr id="16" name="03-13-right-dot-2">
            <a:extLst xmlns:a="http://schemas.openxmlformats.org/drawingml/2006/main">
              <a:ext uri="{FF2B5EF4-FFF2-40B4-BE49-F238E27FC236}">
                <a16:creationId xmlns:a16="http://schemas.microsoft.com/office/drawing/2014/main" id="{3D122962-C0C5-40DE-8725-929ADFDE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3-13-right-line-2">
            <a:extLst xmlns:a="http://schemas.openxmlformats.org/drawingml/2006/main">
              <a:ext uri="{FF2B5EF4-FFF2-40B4-BE49-F238E27FC236}">
                <a16:creationId xmlns:a16="http://schemas.microsoft.com/office/drawing/2014/main" id="{623CFBFC-D446-4DAA-8DBE-369E9D16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큰 내부 복잡성을 숨긴다</a:t>
            </a:r>
          </a:p>
        </p:txBody>
      </p:sp>
      <p:sp>
        <p:nvSpPr>
          <p:cNvPr id="18" name="03-13-right-dot-3">
            <a:extLst xmlns:a="http://schemas.openxmlformats.org/drawingml/2006/main">
              <a:ext uri="{FF2B5EF4-FFF2-40B4-BE49-F238E27FC236}">
                <a16:creationId xmlns:a16="http://schemas.microsoft.com/office/drawing/2014/main" id="{7F3DCA54-F398-4628-AB99-6D25A62E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3-13-right-line-3">
            <a:extLst xmlns:a="http://schemas.openxmlformats.org/drawingml/2006/main">
              <a:ext uri="{FF2B5EF4-FFF2-40B4-BE49-F238E27FC236}">
                <a16:creationId xmlns:a16="http://schemas.microsoft.com/office/drawing/2014/main" id="{3F3A5A01-2DD2-4228-ADA7-4B4B094F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불변조건과 실패 계약이 분명하다</a:t>
            </a:r>
          </a:p>
        </p:txBody>
      </p:sp>
    </p:spTree>
    <p:extLst>
      <p:ext uri="{BB962C8B-B14F-4D97-AF65-F5344CB8AC3E}">
        <p14:creationId xmlns:p14="http://schemas.microsoft.com/office/powerpoint/2010/main" val="45888652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3-14-footer-section">
            <a:extLst xmlns:a="http://schemas.openxmlformats.org/drawingml/2006/main">
              <a:ext uri="{FF2B5EF4-FFF2-40B4-BE49-F238E27FC236}">
                <a16:creationId xmlns:a16="http://schemas.microsoft.com/office/drawing/2014/main" id="{CFB0EB0C-33D7-4B35-B4DC-3EBC3AF2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DEEP MODULE</a:t>
            </a:r>
          </a:p>
        </p:txBody>
      </p:sp>
      <p:sp>
        <p:nvSpPr>
          <p:cNvPr id="2" name="03-14-footer-page">
            <a:extLst xmlns:a="http://schemas.openxmlformats.org/drawingml/2006/main">
              <a:ext uri="{FF2B5EF4-FFF2-40B4-BE49-F238E27FC236}">
                <a16:creationId xmlns:a16="http://schemas.microsoft.com/office/drawing/2014/main" id="{CE9966FC-0A8E-4E6C-A5EF-EE90D0DE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46 / 70</a:t>
            </a:r>
          </a:p>
        </p:txBody>
      </p:sp>
      <p:sp>
        <p:nvSpPr>
          <p:cNvPr id="3" name="03-14-accent-rule">
            <a:extLst xmlns:a="http://schemas.openxmlformats.org/drawingml/2006/main">
              <a:ext uri="{FF2B5EF4-FFF2-40B4-BE49-F238E27FC236}">
                <a16:creationId xmlns:a16="http://schemas.microsoft.com/office/drawing/2014/main" id="{5A7864AB-817A-4BE6-8C44-9A348364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14-title">
            <a:extLst xmlns:a="http://schemas.openxmlformats.org/drawingml/2006/main">
              <a:ext uri="{FF2B5EF4-FFF2-40B4-BE49-F238E27FC236}">
                <a16:creationId xmlns:a16="http://schemas.microsoft.com/office/drawing/2014/main" id="{3CBFEE52-3655-4BF6-9A17-A3F79CC8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Deep Module은 단계가 아니라 리뷰 질문으로 산다</a:t>
            </a:r>
          </a:p>
        </p:txBody>
      </p:sp>
      <p:sp>
        <p:nvSpPr>
          <p:cNvPr id="5" name="03-14-bullet-1">
            <a:extLst xmlns:a="http://schemas.openxmlformats.org/drawingml/2006/main">
              <a:ext uri="{FF2B5EF4-FFF2-40B4-BE49-F238E27FC236}">
                <a16:creationId xmlns:a16="http://schemas.microsoft.com/office/drawing/2014/main" id="{C88AF9BC-A32F-41AD-B804-839A977B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3-14-body-1">
            <a:extLst xmlns:a="http://schemas.openxmlformats.org/drawingml/2006/main">
              <a:ext uri="{FF2B5EF4-FFF2-40B4-BE49-F238E27FC236}">
                <a16:creationId xmlns:a16="http://schemas.microsoft.com/office/drawing/2014/main" id="{5D7D0A23-8757-45DE-A56E-F0EED823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호출자가 새로 알아야 할 것은 무엇인가</a:t>
            </a:r>
          </a:p>
        </p:txBody>
      </p:sp>
      <p:sp>
        <p:nvSpPr>
          <p:cNvPr id="7" name="03-14-bullet-2">
            <a:extLst xmlns:a="http://schemas.openxmlformats.org/drawingml/2006/main">
              <a:ext uri="{FF2B5EF4-FFF2-40B4-BE49-F238E27FC236}">
                <a16:creationId xmlns:a16="http://schemas.microsoft.com/office/drawing/2014/main" id="{F67E4455-D31A-4F40-B2F4-FBB8E29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3-14-body-2">
            <a:extLst xmlns:a="http://schemas.openxmlformats.org/drawingml/2006/main">
              <a:ext uri="{FF2B5EF4-FFF2-40B4-BE49-F238E27FC236}">
                <a16:creationId xmlns:a16="http://schemas.microsoft.com/office/drawing/2014/main" id="{D7F2358E-BB6A-4772-B438-444632A8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내부 복잡성이 밖으로 새었는가</a:t>
            </a:r>
          </a:p>
        </p:txBody>
      </p:sp>
      <p:sp>
        <p:nvSpPr>
          <p:cNvPr id="9" name="03-14-bullet-3">
            <a:extLst xmlns:a="http://schemas.openxmlformats.org/drawingml/2006/main">
              <a:ext uri="{FF2B5EF4-FFF2-40B4-BE49-F238E27FC236}">
                <a16:creationId xmlns:a16="http://schemas.microsoft.com/office/drawing/2014/main" id="{61649E4C-501D-4261-BFE5-C3C6B65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3-14-body-3">
            <a:extLst xmlns:a="http://schemas.openxmlformats.org/drawingml/2006/main">
              <a:ext uri="{FF2B5EF4-FFF2-40B4-BE49-F238E27FC236}">
                <a16:creationId xmlns:a16="http://schemas.microsoft.com/office/drawing/2014/main" id="{63A924C3-1C16-4BCF-8F30-8798E1B3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인터페이스 없이 내부를 바꿀 수 있는가</a:t>
            </a:r>
          </a:p>
        </p:txBody>
      </p:sp>
      <p:sp>
        <p:nvSpPr>
          <p:cNvPr id="11" name="03-14-bullet-4">
            <a:extLst xmlns:a="http://schemas.openxmlformats.org/drawingml/2006/main">
              <a:ext uri="{FF2B5EF4-FFF2-40B4-BE49-F238E27FC236}">
                <a16:creationId xmlns:a16="http://schemas.microsoft.com/office/drawing/2014/main" id="{39388975-39CF-4A6C-B49C-E13F900D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2" name="03-14-body-4">
            <a:extLst xmlns:a="http://schemas.openxmlformats.org/drawingml/2006/main">
              <a:ext uri="{FF2B5EF4-FFF2-40B4-BE49-F238E27FC236}">
                <a16:creationId xmlns:a16="http://schemas.microsoft.com/office/drawing/2014/main" id="{D92823A1-5747-4183-A198-5143CF28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실패 조건이 계약에 드러나는가</a:t>
            </a:r>
          </a:p>
        </p:txBody>
      </p:sp>
      <p:sp>
        <p:nvSpPr>
          <p:cNvPr id="13" name="03-14-optional">
            <a:extLst xmlns:a="http://schemas.openxmlformats.org/drawingml/2006/main">
              <a:ext uri="{FF2B5EF4-FFF2-40B4-BE49-F238E27FC236}">
                <a16:creationId xmlns:a16="http://schemas.microsoft.com/office/drawing/2014/main" id="{D4D3F604-EFCA-4C0B-B2C9-BA232597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05682911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-15-footer-section">
            <a:extLst xmlns:a="http://schemas.openxmlformats.org/drawingml/2006/main">
              <a:ext uri="{FF2B5EF4-FFF2-40B4-BE49-F238E27FC236}">
                <a16:creationId xmlns:a16="http://schemas.microsoft.com/office/drawing/2014/main" id="{D57C9E43-F74B-499E-93D1-91E0BC3E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무엇을 강제할 것인가</a:t>
            </a:r>
          </a:p>
        </p:txBody>
      </p:sp>
      <p:sp>
        <p:nvSpPr>
          <p:cNvPr id="2" name="03-15-footer-page">
            <a:extLst xmlns:a="http://schemas.openxmlformats.org/drawingml/2006/main">
              <a:ext uri="{FF2B5EF4-FFF2-40B4-BE49-F238E27FC236}">
                <a16:creationId xmlns:a16="http://schemas.microsoft.com/office/drawing/2014/main" id="{CECD44F2-03C3-481E-A8FB-28829E8C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47 / 70</a:t>
            </a:r>
          </a:p>
        </p:txBody>
      </p:sp>
      <p:sp>
        <p:nvSpPr>
          <p:cNvPr id="3" name="03-15-accent-rule">
            <a:extLst xmlns:a="http://schemas.openxmlformats.org/drawingml/2006/main">
              <a:ext uri="{FF2B5EF4-FFF2-40B4-BE49-F238E27FC236}">
                <a16:creationId xmlns:a16="http://schemas.microsoft.com/office/drawing/2014/main" id="{56EC903B-DC13-4C8F-B49B-DFC07D50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15-title">
            <a:extLst xmlns:a="http://schemas.openxmlformats.org/drawingml/2006/main">
              <a:ext uri="{FF2B5EF4-FFF2-40B4-BE49-F238E27FC236}">
                <a16:creationId xmlns:a16="http://schemas.microsoft.com/office/drawing/2014/main" id="{F530159B-AC84-4CC5-8D4D-E1A69B77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네 방법론은 서로 다른 질문을 남긴다</a:t>
            </a:r>
          </a:p>
        </p:txBody>
      </p:sp>
      <p:sp>
        <p:nvSpPr>
          <p:cNvPr id="5" name="03-15-divider">
            <a:extLst xmlns:a="http://schemas.openxmlformats.org/drawingml/2006/main">
              <a:ext uri="{FF2B5EF4-FFF2-40B4-BE49-F238E27FC236}">
                <a16:creationId xmlns:a16="http://schemas.microsoft.com/office/drawing/2014/main" id="{0EECB65D-BA3C-4812-9906-71C9B314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3-15-left-heading">
            <a:extLst xmlns:a="http://schemas.openxmlformats.org/drawingml/2006/main">
              <a:ext uri="{FF2B5EF4-FFF2-40B4-BE49-F238E27FC236}">
                <a16:creationId xmlns:a16="http://schemas.microsoft.com/office/drawing/2014/main" id="{139BF1DD-8385-4B98-A37C-334F29A6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무엇을 합의하고 증명하나</a:t>
            </a:r>
          </a:p>
        </p:txBody>
      </p:sp>
      <p:sp>
        <p:nvSpPr>
          <p:cNvPr id="7" name="03-15-left-dot-1">
            <a:extLst xmlns:a="http://schemas.openxmlformats.org/drawingml/2006/main">
              <a:ext uri="{FF2B5EF4-FFF2-40B4-BE49-F238E27FC236}">
                <a16:creationId xmlns:a16="http://schemas.microsoft.com/office/drawing/2014/main" id="{BAF34B28-6557-4CDE-A135-B29241C3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3-15-left-line-1">
            <a:extLst xmlns:a="http://schemas.openxmlformats.org/drawingml/2006/main">
              <a:ext uri="{FF2B5EF4-FFF2-40B4-BE49-F238E27FC236}">
                <a16:creationId xmlns:a16="http://schemas.microsoft.com/office/drawing/2014/main" id="{994D19F5-1255-40D2-A693-7B0FEC0F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SDD — 무엇을 만들고 성공을 어떻게 아나</a:t>
            </a:r>
          </a:p>
        </p:txBody>
      </p:sp>
      <p:sp>
        <p:nvSpPr>
          <p:cNvPr id="9" name="03-15-left-dot-2">
            <a:extLst xmlns:a="http://schemas.openxmlformats.org/drawingml/2006/main">
              <a:ext uri="{FF2B5EF4-FFF2-40B4-BE49-F238E27FC236}">
                <a16:creationId xmlns:a16="http://schemas.microsoft.com/office/drawing/2014/main" id="{7FA17B88-987C-442B-8C6E-B6D29129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3-15-left-line-2">
            <a:extLst xmlns:a="http://schemas.openxmlformats.org/drawingml/2006/main">
              <a:ext uri="{FF2B5EF4-FFF2-40B4-BE49-F238E27FC236}">
                <a16:creationId xmlns:a16="http://schemas.microsoft.com/office/drawing/2014/main" id="{DF1A8EB6-F107-4AA6-A5D7-7BD09D62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DDD — 이 단어는 정확히 무엇인가</a:t>
            </a:r>
          </a:p>
        </p:txBody>
      </p:sp>
      <p:sp>
        <p:nvSpPr>
          <p:cNvPr id="11" name="03-15-left-dot-3">
            <a:extLst xmlns:a="http://schemas.openxmlformats.org/drawingml/2006/main">
              <a:ext uri="{FF2B5EF4-FFF2-40B4-BE49-F238E27FC236}">
                <a16:creationId xmlns:a16="http://schemas.microsoft.com/office/drawing/2014/main" id="{B0C8EF2E-D97E-49E4-BE99-633116CB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3-15-left-line-3">
            <a:extLst xmlns:a="http://schemas.openxmlformats.org/drawingml/2006/main">
              <a:ext uri="{FF2B5EF4-FFF2-40B4-BE49-F238E27FC236}">
                <a16:creationId xmlns:a16="http://schemas.microsoft.com/office/drawing/2014/main" id="{A7E14751-BE63-441A-907C-A573D7B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TDD — 어떤 테스트로 증명하나</a:t>
            </a:r>
          </a:p>
        </p:txBody>
      </p:sp>
      <p:sp>
        <p:nvSpPr>
          <p:cNvPr id="13" name="03-15-right-heading">
            <a:extLst xmlns:a="http://schemas.openxmlformats.org/drawingml/2006/main">
              <a:ext uri="{FF2B5EF4-FFF2-40B4-BE49-F238E27FC236}">
                <a16:creationId xmlns:a16="http://schemas.microsoft.com/office/drawing/2014/main" id="{1E1A2151-42A2-44D2-8DB8-F77A3EBA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어떤 경계를 지키나</a:t>
            </a:r>
          </a:p>
        </p:txBody>
      </p:sp>
      <p:sp>
        <p:nvSpPr>
          <p:cNvPr id="14" name="03-15-right-dot-1">
            <a:extLst xmlns:a="http://schemas.openxmlformats.org/drawingml/2006/main">
              <a:ext uri="{FF2B5EF4-FFF2-40B4-BE49-F238E27FC236}">
                <a16:creationId xmlns:a16="http://schemas.microsoft.com/office/drawing/2014/main" id="{39E300A8-3626-480C-820A-472C4DBA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3-15-right-line-1">
            <a:extLst xmlns:a="http://schemas.openxmlformats.org/drawingml/2006/main">
              <a:ext uri="{FF2B5EF4-FFF2-40B4-BE49-F238E27FC236}">
                <a16:creationId xmlns:a16="http://schemas.microsoft.com/office/drawing/2014/main" id="{966A888E-79D1-45D2-8E9F-676D3CE6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Deep Module — 호출자는 무엇만 알면 되나</a:t>
            </a:r>
          </a:p>
        </p:txBody>
      </p:sp>
      <p:sp>
        <p:nvSpPr>
          <p:cNvPr id="16" name="03-15-right-dot-2">
            <a:extLst xmlns:a="http://schemas.openxmlformats.org/drawingml/2006/main">
              <a:ext uri="{FF2B5EF4-FFF2-40B4-BE49-F238E27FC236}">
                <a16:creationId xmlns:a16="http://schemas.microsoft.com/office/drawing/2014/main" id="{E6D3D305-FBA7-4C09-8D62-EF7D6B45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3-15-right-line-2">
            <a:extLst xmlns:a="http://schemas.openxmlformats.org/drawingml/2006/main">
              <a:ext uri="{FF2B5EF4-FFF2-40B4-BE49-F238E27FC236}">
                <a16:creationId xmlns:a16="http://schemas.microsoft.com/office/drawing/2014/main" id="{31701BDF-1934-4468-A522-290BDC7D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산출물 — spec·용어집·테스트·계약</a:t>
            </a:r>
          </a:p>
        </p:txBody>
      </p:sp>
      <p:sp>
        <p:nvSpPr>
          <p:cNvPr id="18" name="03-15-right-dot-3">
            <a:extLst xmlns:a="http://schemas.openxmlformats.org/drawingml/2006/main">
              <a:ext uri="{FF2B5EF4-FFF2-40B4-BE49-F238E27FC236}">
                <a16:creationId xmlns:a16="http://schemas.microsoft.com/office/drawing/2014/main" id="{37BE0A71-959A-4BCF-AD72-C9446BC0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3-15-right-line-3">
            <a:extLst xmlns:a="http://schemas.openxmlformats.org/drawingml/2006/main">
              <a:ext uri="{FF2B5EF4-FFF2-40B4-BE49-F238E27FC236}">
                <a16:creationId xmlns:a16="http://schemas.microsoft.com/office/drawing/2014/main" id="{9055018D-CA99-4AC6-BDD0-965B98A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harness — 상태와 검증으로 강제</a:t>
            </a:r>
          </a:p>
        </p:txBody>
      </p:sp>
    </p:spTree>
    <p:extLst>
      <p:ext uri="{BB962C8B-B14F-4D97-AF65-F5344CB8AC3E}">
        <p14:creationId xmlns:p14="http://schemas.microsoft.com/office/powerpoint/2010/main" val="42501132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03-16-footer-section">
            <a:extLst xmlns:a="http://schemas.openxmlformats.org/drawingml/2006/main">
              <a:ext uri="{FF2B5EF4-FFF2-40B4-BE49-F238E27FC236}">
                <a16:creationId xmlns:a16="http://schemas.microsoft.com/office/drawing/2014/main" id="{6374BF73-4377-42C9-B428-35DD57DA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무엇을 강제할 것인가</a:t>
            </a:r>
          </a:p>
        </p:txBody>
      </p:sp>
      <p:sp>
        <p:nvSpPr>
          <p:cNvPr id="2" name="03-16-footer-page">
            <a:extLst xmlns:a="http://schemas.openxmlformats.org/drawingml/2006/main">
              <a:ext uri="{FF2B5EF4-FFF2-40B4-BE49-F238E27FC236}">
                <a16:creationId xmlns:a16="http://schemas.microsoft.com/office/drawing/2014/main" id="{8826180E-A2E5-4536-BF12-BEDB0120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48 / 70</a:t>
            </a:r>
          </a:p>
        </p:txBody>
      </p:sp>
      <p:sp>
        <p:nvSpPr>
          <p:cNvPr id="3" name="03-16-accent-rule">
            <a:extLst xmlns:a="http://schemas.openxmlformats.org/drawingml/2006/main">
              <a:ext uri="{FF2B5EF4-FFF2-40B4-BE49-F238E27FC236}">
                <a16:creationId xmlns:a16="http://schemas.microsoft.com/office/drawing/2014/main" id="{2DFF0072-26D3-4709-A4A4-8CE68311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3-16-title">
            <a:extLst xmlns:a="http://schemas.openxmlformats.org/drawingml/2006/main">
              <a:ext uri="{FF2B5EF4-FFF2-40B4-BE49-F238E27FC236}">
                <a16:creationId xmlns:a16="http://schemas.microsoft.com/office/drawing/2014/main" id="{8E734050-5D77-4A5A-AC05-2FF57357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원칙은 문서가 아니라 다음 행동을 바꿔야 한다</a:t>
            </a:r>
          </a:p>
        </p:txBody>
      </p:sp>
      <p:sp>
        <p:nvSpPr>
          <p:cNvPr id="5" name="03-16-number-1">
            <a:extLst xmlns:a="http://schemas.openxmlformats.org/drawingml/2006/main">
              <a:ext uri="{FF2B5EF4-FFF2-40B4-BE49-F238E27FC236}">
                <a16:creationId xmlns:a16="http://schemas.microsoft.com/office/drawing/2014/main" id="{BBF75F7E-6793-4D77-A1A0-D399A985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03-16-rule-1">
            <a:extLst xmlns:a="http://schemas.openxmlformats.org/drawingml/2006/main">
              <a:ext uri="{FF2B5EF4-FFF2-40B4-BE49-F238E27FC236}">
                <a16:creationId xmlns:a16="http://schemas.microsoft.com/office/drawing/2014/main" id="{D7EA4D75-C995-4D4B-8072-AC682769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7" name="03-16-summary-1">
            <a:extLst xmlns:a="http://schemas.openxmlformats.org/drawingml/2006/main">
              <a:ext uri="{FF2B5EF4-FFF2-40B4-BE49-F238E27FC236}">
                <a16:creationId xmlns:a16="http://schemas.microsoft.com/office/drawing/2014/main" id="{8BBC533A-1400-44CB-AA7E-5E266899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526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합의가 없으면 구현하지 않는다</a:t>
            </a:r>
          </a:p>
        </p:txBody>
      </p:sp>
      <p:sp>
        <p:nvSpPr>
          <p:cNvPr id="8" name="03-16-number-2">
            <a:extLst xmlns:a="http://schemas.openxmlformats.org/drawingml/2006/main">
              <a:ext uri="{FF2B5EF4-FFF2-40B4-BE49-F238E27FC236}">
                <a16:creationId xmlns:a16="http://schemas.microsoft.com/office/drawing/2014/main" id="{E9920234-44A9-4774-968A-CFDE2C8E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9" name="03-16-rule-2">
            <a:extLst xmlns:a="http://schemas.openxmlformats.org/drawingml/2006/main">
              <a:ext uri="{FF2B5EF4-FFF2-40B4-BE49-F238E27FC236}">
                <a16:creationId xmlns:a16="http://schemas.microsoft.com/office/drawing/2014/main" id="{F2E12F64-31B4-4935-92D1-E0151D6A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03-16-summary-2">
            <a:extLst xmlns:a="http://schemas.openxmlformats.org/drawingml/2006/main">
              <a:ext uri="{FF2B5EF4-FFF2-40B4-BE49-F238E27FC236}">
                <a16:creationId xmlns:a16="http://schemas.microsoft.com/office/drawing/2014/main" id="{D32D02F0-244D-4ABD-9E00-B184DB2C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용어가 애매하면 추측하지 않는다</a:t>
            </a:r>
          </a:p>
        </p:txBody>
      </p:sp>
      <p:sp>
        <p:nvSpPr>
          <p:cNvPr id="11" name="03-16-number-3">
            <a:extLst xmlns:a="http://schemas.openxmlformats.org/drawingml/2006/main">
              <a:ext uri="{FF2B5EF4-FFF2-40B4-BE49-F238E27FC236}">
                <a16:creationId xmlns:a16="http://schemas.microsoft.com/office/drawing/2014/main" id="{4C5BF2E3-FE8E-4B7B-B9CC-25FCF819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03-16-rule-3">
            <a:extLst xmlns:a="http://schemas.openxmlformats.org/drawingml/2006/main">
              <a:ext uri="{FF2B5EF4-FFF2-40B4-BE49-F238E27FC236}">
                <a16:creationId xmlns:a16="http://schemas.microsoft.com/office/drawing/2014/main" id="{16E8B0DC-30C9-4E53-A5A3-9E66BDB3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3" name="03-16-summary-3">
            <a:extLst xmlns:a="http://schemas.openxmlformats.org/drawingml/2006/main">
              <a:ext uri="{FF2B5EF4-FFF2-40B4-BE49-F238E27FC236}">
                <a16:creationId xmlns:a16="http://schemas.microsoft.com/office/drawing/2014/main" id="{9EBF2535-555F-40B0-9811-DDDB0E7F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909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실패 테스트 없이 통과를 믿지 않는다</a:t>
            </a:r>
          </a:p>
        </p:txBody>
      </p:sp>
      <p:sp>
        <p:nvSpPr>
          <p:cNvPr id="14" name="03-16-number-4">
            <a:extLst xmlns:a="http://schemas.openxmlformats.org/drawingml/2006/main">
              <a:ext uri="{FF2B5EF4-FFF2-40B4-BE49-F238E27FC236}">
                <a16:creationId xmlns:a16="http://schemas.microsoft.com/office/drawing/2014/main" id="{5AFB1E29-7B0D-48C7-ADEE-F6D8E6B0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5" name="03-16-rule-4">
            <a:extLst xmlns:a="http://schemas.openxmlformats.org/drawingml/2006/main">
              <a:ext uri="{FF2B5EF4-FFF2-40B4-BE49-F238E27FC236}">
                <a16:creationId xmlns:a16="http://schemas.microsoft.com/office/drawing/2014/main" id="{ACAB885B-EABF-42D0-842D-B03C2A81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6" name="03-16-summary-4">
            <a:extLst xmlns:a="http://schemas.openxmlformats.org/drawingml/2006/main">
              <a:ext uri="{FF2B5EF4-FFF2-40B4-BE49-F238E27FC236}">
                <a16:creationId xmlns:a16="http://schemas.microsoft.com/office/drawing/2014/main" id="{92380C16-B5CF-4965-BF17-AF7243AA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10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호출자에게 복잡성을 넘기지 않는다</a:t>
            </a:r>
          </a:p>
        </p:txBody>
      </p:sp>
      <p:sp>
        <p:nvSpPr>
          <p:cNvPr id="17" name="03-16-optional">
            <a:extLst xmlns:a="http://schemas.openxmlformats.org/drawingml/2006/main">
              <a:ext uri="{FF2B5EF4-FFF2-40B4-BE49-F238E27FC236}">
                <a16:creationId xmlns:a16="http://schemas.microsoft.com/office/drawing/2014/main" id="{CC7FEE0F-DEB4-433D-ADF1-1C0F2CB9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23249404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4-01-footer-section">
            <a:extLst xmlns:a="http://schemas.openxmlformats.org/drawingml/2006/main">
              <a:ext uri="{FF2B5EF4-FFF2-40B4-BE49-F238E27FC236}">
                <a16:creationId xmlns:a16="http://schemas.microsoft.com/office/drawing/2014/main" id="{3CB307C9-1494-4D54-BFEF-10E3D78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어떤 흐름으로 돌릴 것인가</a:t>
            </a:r>
          </a:p>
        </p:txBody>
      </p:sp>
      <p:sp>
        <p:nvSpPr>
          <p:cNvPr id="2" name="04-01-footer-page">
            <a:extLst xmlns:a="http://schemas.openxmlformats.org/drawingml/2006/main">
              <a:ext uri="{FF2B5EF4-FFF2-40B4-BE49-F238E27FC236}">
                <a16:creationId xmlns:a16="http://schemas.microsoft.com/office/drawing/2014/main" id="{3935563B-2997-4D1F-B6F2-EADF86A7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49 / 70</a:t>
            </a:r>
          </a:p>
        </p:txBody>
      </p:sp>
      <p:sp>
        <p:nvSpPr>
          <p:cNvPr id="3" name="04-01-accent-rule">
            <a:extLst xmlns:a="http://schemas.openxmlformats.org/drawingml/2006/main">
              <a:ext uri="{FF2B5EF4-FFF2-40B4-BE49-F238E27FC236}">
                <a16:creationId xmlns:a16="http://schemas.microsoft.com/office/drawing/2014/main" id="{6B3AFEAE-4330-46E9-91C2-6D3B2D21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01-label">
            <a:extLst xmlns:a="http://schemas.openxmlformats.org/drawingml/2006/main">
              <a:ext uri="{FF2B5EF4-FFF2-40B4-BE49-F238E27FC236}">
                <a16:creationId xmlns:a16="http://schemas.microsoft.com/office/drawing/2014/main" id="{6EBB0936-E57A-4C90-AA78-BA9D39AE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어떤 흐름으로 돌릴 것인가</a:t>
            </a:r>
          </a:p>
        </p:txBody>
      </p:sp>
      <p:sp>
        <p:nvSpPr>
          <p:cNvPr id="5" name="04-01-title">
            <a:extLst xmlns:a="http://schemas.openxmlformats.org/drawingml/2006/main">
              <a:ext uri="{FF2B5EF4-FFF2-40B4-BE49-F238E27FC236}">
                <a16:creationId xmlns:a16="http://schemas.microsoft.com/office/drawing/2014/main" id="{FDF95D39-86D8-4D1E-BBC2-E85CBA9A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00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합의 → 계획 → 구현 → 복원 → 지식</a:t>
            </a:r>
          </a:p>
        </p:txBody>
      </p:sp>
      <p:sp>
        <p:nvSpPr>
          <p:cNvPr id="6" name="04-01-subtitle">
            <a:extLst xmlns:a="http://schemas.openxmlformats.org/drawingml/2006/main">
              <a:ext uri="{FF2B5EF4-FFF2-40B4-BE49-F238E27FC236}">
                <a16:creationId xmlns:a16="http://schemas.microsoft.com/office/drawing/2014/main" id="{FBA5F1A4-ACEB-4841-B1D3-7407BD77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Harness의 여섯 단계</a:t>
            </a:r>
          </a:p>
        </p:txBody>
      </p:sp>
    </p:spTree>
    <p:extLst>
      <p:ext uri="{BB962C8B-B14F-4D97-AF65-F5344CB8AC3E}">
        <p14:creationId xmlns:p14="http://schemas.microsoft.com/office/powerpoint/2010/main" val="209867938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4-02-footer-section">
            <a:extLst xmlns:a="http://schemas.openxmlformats.org/drawingml/2006/main">
              <a:ext uri="{FF2B5EF4-FFF2-40B4-BE49-F238E27FC236}">
                <a16:creationId xmlns:a16="http://schemas.microsoft.com/office/drawing/2014/main" id="{20BDD05E-35C2-4028-95BD-B6D1EA8C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개발 흐름</a:t>
            </a:r>
          </a:p>
        </p:txBody>
      </p:sp>
      <p:sp>
        <p:nvSpPr>
          <p:cNvPr id="2" name="04-02-footer-page">
            <a:extLst xmlns:a="http://schemas.openxmlformats.org/drawingml/2006/main">
              <a:ext uri="{FF2B5EF4-FFF2-40B4-BE49-F238E27FC236}">
                <a16:creationId xmlns:a16="http://schemas.microsoft.com/office/drawing/2014/main" id="{1D23E736-8F21-4B49-B8CA-7910982D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50 / 70</a:t>
            </a:r>
          </a:p>
        </p:txBody>
      </p:sp>
      <p:sp>
        <p:nvSpPr>
          <p:cNvPr id="3" name="04-02-accent-rule">
            <a:extLst xmlns:a="http://schemas.openxmlformats.org/drawingml/2006/main">
              <a:ext uri="{FF2B5EF4-FFF2-40B4-BE49-F238E27FC236}">
                <a16:creationId xmlns:a16="http://schemas.microsoft.com/office/drawing/2014/main" id="{5958EE66-F16B-4CA1-870A-E65CC68C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02-title">
            <a:extLst xmlns:a="http://schemas.openxmlformats.org/drawingml/2006/main">
              <a:ext uri="{FF2B5EF4-FFF2-40B4-BE49-F238E27FC236}">
                <a16:creationId xmlns:a16="http://schemas.microsoft.com/office/drawing/2014/main" id="{704343BA-F3D8-4F59-8412-F776D53D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코드는 빨리 늘지만 이해는 자동으로 늘지 않는다</a:t>
            </a:r>
          </a:p>
        </p:txBody>
      </p:sp>
      <p:sp>
        <p:nvSpPr>
          <p:cNvPr id="5" name="04-02-bullet-1">
            <a:extLst xmlns:a="http://schemas.openxmlformats.org/drawingml/2006/main">
              <a:ext uri="{FF2B5EF4-FFF2-40B4-BE49-F238E27FC236}">
                <a16:creationId xmlns:a16="http://schemas.microsoft.com/office/drawing/2014/main" id="{C41FDBE8-1E2D-409F-B87C-47FF349B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4-02-body-1">
            <a:extLst xmlns:a="http://schemas.openxmlformats.org/drawingml/2006/main">
              <a:ext uri="{FF2B5EF4-FFF2-40B4-BE49-F238E27FC236}">
                <a16:creationId xmlns:a16="http://schemas.microsoft.com/office/drawing/2014/main" id="{7CF2F7FD-1AE9-445F-A194-1D4A4C64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생성된 코드는 기술 부채뿐 아니라 인지 부채를 남긴다</a:t>
            </a:r>
          </a:p>
        </p:txBody>
      </p:sp>
      <p:sp>
        <p:nvSpPr>
          <p:cNvPr id="7" name="04-02-bullet-2">
            <a:extLst xmlns:a="http://schemas.openxmlformats.org/drawingml/2006/main">
              <a:ext uri="{FF2B5EF4-FFF2-40B4-BE49-F238E27FC236}">
                <a16:creationId xmlns:a16="http://schemas.microsoft.com/office/drawing/2014/main" id="{C14FC191-D1E7-42F6-9366-04D094BC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4-02-body-2">
            <a:extLst xmlns:a="http://schemas.openxmlformats.org/drawingml/2006/main">
              <a:ext uri="{FF2B5EF4-FFF2-40B4-BE49-F238E27FC236}">
                <a16:creationId xmlns:a16="http://schemas.microsoft.com/office/drawing/2014/main" id="{7AAE832E-A7E3-41E8-8821-69326D89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다음 사람이 다시 조사하면 속도 이득이 사라진다</a:t>
            </a:r>
          </a:p>
        </p:txBody>
      </p:sp>
      <p:sp>
        <p:nvSpPr>
          <p:cNvPr id="9" name="04-02-optional">
            <a:extLst xmlns:a="http://schemas.openxmlformats.org/drawingml/2006/main">
              <a:ext uri="{FF2B5EF4-FFF2-40B4-BE49-F238E27FC236}">
                <a16:creationId xmlns:a16="http://schemas.microsoft.com/office/drawing/2014/main" id="{3CB18D54-5EE5-4AB3-84C5-14CC2A32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47402632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4-03-footer-section">
            <a:extLst xmlns:a="http://schemas.openxmlformats.org/drawingml/2006/main">
              <a:ext uri="{FF2B5EF4-FFF2-40B4-BE49-F238E27FC236}">
                <a16:creationId xmlns:a16="http://schemas.microsoft.com/office/drawing/2014/main" id="{B33FB38D-6095-4527-A38F-84524AE0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개발 흐름</a:t>
            </a:r>
          </a:p>
        </p:txBody>
      </p:sp>
      <p:sp>
        <p:nvSpPr>
          <p:cNvPr id="2" name="04-03-footer-page">
            <a:extLst xmlns:a="http://schemas.openxmlformats.org/drawingml/2006/main">
              <a:ext uri="{FF2B5EF4-FFF2-40B4-BE49-F238E27FC236}">
                <a16:creationId xmlns:a16="http://schemas.microsoft.com/office/drawing/2014/main" id="{BB76BD04-EE7A-484F-ABDC-36941A4D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51 / 70</a:t>
            </a:r>
          </a:p>
        </p:txBody>
      </p:sp>
      <p:sp>
        <p:nvSpPr>
          <p:cNvPr id="3" name="04-03-accent-rule">
            <a:extLst xmlns:a="http://schemas.openxmlformats.org/drawingml/2006/main">
              <a:ext uri="{FF2B5EF4-FFF2-40B4-BE49-F238E27FC236}">
                <a16:creationId xmlns:a16="http://schemas.microsoft.com/office/drawing/2014/main" id="{CA928EB8-BDF6-4991-AC34-11B8E13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03-title">
            <a:extLst xmlns:a="http://schemas.openxmlformats.org/drawingml/2006/main">
              <a:ext uri="{FF2B5EF4-FFF2-40B4-BE49-F238E27FC236}">
                <a16:creationId xmlns:a16="http://schemas.microsoft.com/office/drawing/2014/main" id="{426E8A64-24BB-4A09-A07D-338CCCCD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여섯 단계가 하나의 작업을 닫는다</a:t>
            </a:r>
          </a:p>
        </p:txBody>
      </p:sp>
      <p:sp>
        <p:nvSpPr>
          <p:cNvPr id="5" name="04-03-arrow-1">
            <a:extLst xmlns:a="http://schemas.openxmlformats.org/drawingml/2006/main">
              <a:ext uri="{FF2B5EF4-FFF2-40B4-BE49-F238E27FC236}">
                <a16:creationId xmlns:a16="http://schemas.microsoft.com/office/drawing/2014/main" id="{A29CACED-6D81-405A-BBA5-19F63E4C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9077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4-03-arrow-2">
            <a:extLst xmlns:a="http://schemas.openxmlformats.org/drawingml/2006/main">
              <a:ext uri="{FF2B5EF4-FFF2-40B4-BE49-F238E27FC236}">
                <a16:creationId xmlns:a16="http://schemas.microsoft.com/office/drawing/2014/main" id="{E6D688C4-531D-4B19-8B92-A51D659A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9077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4-03-arrow-3a">
            <a:extLst xmlns:a="http://schemas.openxmlformats.org/drawingml/2006/main">
              <a:ext uri="{FF2B5EF4-FFF2-40B4-BE49-F238E27FC236}">
                <a16:creationId xmlns:a16="http://schemas.microsoft.com/office/drawing/2014/main" id="{9A71710E-1875-4E1B-8DD5-0E373C2D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28925"/>
            <a:ext cx="0" cy="742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4-03-arrow-4">
            <a:extLst xmlns:a="http://schemas.openxmlformats.org/drawingml/2006/main">
              <a:ext uri="{FF2B5EF4-FFF2-40B4-BE49-F238E27FC236}">
                <a16:creationId xmlns:a16="http://schemas.microsoft.com/office/drawing/2014/main" id="{833C3B39-B1E0-4B41-9F78-81950289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9" name="04-03-arrow-5">
            <a:extLst xmlns:a="http://schemas.openxmlformats.org/drawingml/2006/main">
              <a:ext uri="{FF2B5EF4-FFF2-40B4-BE49-F238E27FC236}">
                <a16:creationId xmlns:a16="http://schemas.microsoft.com/office/drawing/2014/main" id="{4BD7D811-4720-4D1D-BE1A-B832FA3D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10" name="04-03-node-1">
            <a:extLst xmlns:a="http://schemas.openxmlformats.org/drawingml/2006/main">
              <a:ext uri="{FF2B5EF4-FFF2-40B4-BE49-F238E27FC236}">
                <a16:creationId xmlns:a16="http://schemas.microsoft.com/office/drawing/2014/main" id="{47290BF2-3280-46E1-B813-46B49923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 합의</a:t>
            </a:r>
          </a:p>
        </p:txBody>
      </p:sp>
      <p:sp>
        <p:nvSpPr>
          <p:cNvPr id="11" name="04-03-node-2">
            <a:extLst xmlns:a="http://schemas.openxmlformats.org/drawingml/2006/main">
              <a:ext uri="{FF2B5EF4-FFF2-40B4-BE49-F238E27FC236}">
                <a16:creationId xmlns:a16="http://schemas.microsoft.com/office/drawing/2014/main" id="{A2968EA5-38AF-49CD-AB8F-F21F528E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 순서 설계</a:t>
            </a:r>
          </a:p>
        </p:txBody>
      </p:sp>
      <p:sp>
        <p:nvSpPr>
          <p:cNvPr id="12" name="04-03-node-3">
            <a:extLst xmlns:a="http://schemas.openxmlformats.org/drawingml/2006/main">
              <a:ext uri="{FF2B5EF4-FFF2-40B4-BE49-F238E27FC236}">
                <a16:creationId xmlns:a16="http://schemas.microsoft.com/office/drawing/2014/main" id="{5F4891EA-3084-4406-87C2-0C7C01DE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 전 검토</a:t>
            </a:r>
          </a:p>
        </p:txBody>
      </p:sp>
      <p:sp>
        <p:nvSpPr>
          <p:cNvPr id="13" name="04-03-node-4">
            <a:extLst xmlns:a="http://schemas.openxmlformats.org/drawingml/2006/main">
              <a:ext uri="{FF2B5EF4-FFF2-40B4-BE49-F238E27FC236}">
                <a16:creationId xmlns:a16="http://schemas.microsoft.com/office/drawing/2014/main" id="{796FC8C2-2F2C-489E-B06D-BEC78524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구현·검증</a:t>
            </a:r>
          </a:p>
        </p:txBody>
      </p:sp>
      <p:sp>
        <p:nvSpPr>
          <p:cNvPr id="14" name="04-03-node-5">
            <a:extLst xmlns:a="http://schemas.openxmlformats.org/drawingml/2006/main">
              <a:ext uri="{FF2B5EF4-FFF2-40B4-BE49-F238E27FC236}">
                <a16:creationId xmlns:a16="http://schemas.microsoft.com/office/drawing/2014/main" id="{E9A3F0EF-3FDC-462C-8E75-BF175103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흐름 복원</a:t>
            </a:r>
          </a:p>
        </p:txBody>
      </p:sp>
      <p:sp>
        <p:nvSpPr>
          <p:cNvPr id="15" name="04-03-node-6">
            <a:extLst xmlns:a="http://schemas.openxmlformats.org/drawingml/2006/main">
              <a:ext uri="{FF2B5EF4-FFF2-40B4-BE49-F238E27FC236}">
                <a16:creationId xmlns:a16="http://schemas.microsoft.com/office/drawing/2014/main" id="{9CAFE721-D1A4-481A-BF36-04DBA3EE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지식화</a:t>
            </a:r>
          </a:p>
        </p:txBody>
      </p:sp>
      <p:sp>
        <p:nvSpPr>
          <p:cNvPr id="16" name="04-03-caption">
            <a:extLst xmlns:a="http://schemas.openxmlformats.org/drawingml/2006/main">
              <a:ext uri="{FF2B5EF4-FFF2-40B4-BE49-F238E27FC236}">
                <a16:creationId xmlns:a16="http://schemas.microsoft.com/office/drawing/2014/main" id="{4A99A54A-07B4-4801-B449-52C10AF1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spec   ·   plan   ·   explained   ·   code + tests   ·   e2e 문서   ·   wiki</a:t>
            </a:r>
          </a:p>
        </p:txBody>
      </p:sp>
    </p:spTree>
    <p:extLst>
      <p:ext uri="{BB962C8B-B14F-4D97-AF65-F5344CB8AC3E}">
        <p14:creationId xmlns:p14="http://schemas.microsoft.com/office/powerpoint/2010/main" val="168495898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04-04-footer-section">
            <a:extLst xmlns:a="http://schemas.openxmlformats.org/drawingml/2006/main">
              <a:ext uri="{FF2B5EF4-FFF2-40B4-BE49-F238E27FC236}">
                <a16:creationId xmlns:a16="http://schemas.microsoft.com/office/drawing/2014/main" id="{0D76E0C8-9D31-4A48-B4D9-B43C8FA3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개발 흐름</a:t>
            </a:r>
          </a:p>
        </p:txBody>
      </p:sp>
      <p:sp>
        <p:nvSpPr>
          <p:cNvPr id="2" name="04-04-footer-page">
            <a:extLst xmlns:a="http://schemas.openxmlformats.org/drawingml/2006/main">
              <a:ext uri="{FF2B5EF4-FFF2-40B4-BE49-F238E27FC236}">
                <a16:creationId xmlns:a16="http://schemas.microsoft.com/office/drawing/2014/main" id="{04883AEB-461F-43E8-8ADF-DD771641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52 / 70</a:t>
            </a:r>
          </a:p>
        </p:txBody>
      </p:sp>
      <p:sp>
        <p:nvSpPr>
          <p:cNvPr id="3" name="04-04-accent-rule">
            <a:extLst xmlns:a="http://schemas.openxmlformats.org/drawingml/2006/main">
              <a:ext uri="{FF2B5EF4-FFF2-40B4-BE49-F238E27FC236}">
                <a16:creationId xmlns:a16="http://schemas.microsoft.com/office/drawing/2014/main" id="{C6A541AD-D1C5-484F-8016-19D4CB61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04-title">
            <a:extLst xmlns:a="http://schemas.openxmlformats.org/drawingml/2006/main">
              <a:ext uri="{FF2B5EF4-FFF2-40B4-BE49-F238E27FC236}">
                <a16:creationId xmlns:a16="http://schemas.microsoft.com/office/drawing/2014/main" id="{3F4C50F1-A7AC-46F2-BF69-A7F32200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안쪽 루프는 코드, 바깥 루프는 지식을 갱신한다</a:t>
            </a:r>
          </a:p>
        </p:txBody>
      </p:sp>
      <p:sp>
        <p:nvSpPr>
          <p:cNvPr id="5" name="04-04-divider">
            <a:extLst xmlns:a="http://schemas.openxmlformats.org/drawingml/2006/main">
              <a:ext uri="{FF2B5EF4-FFF2-40B4-BE49-F238E27FC236}">
                <a16:creationId xmlns:a16="http://schemas.microsoft.com/office/drawing/2014/main" id="{E892D2D8-915A-4C92-B272-0A6458F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4-04-left-heading">
            <a:extLst xmlns:a="http://schemas.openxmlformats.org/drawingml/2006/main">
              <a:ext uri="{FF2B5EF4-FFF2-40B4-BE49-F238E27FC236}">
                <a16:creationId xmlns:a16="http://schemas.microsoft.com/office/drawing/2014/main" id="{F4D75F99-F146-43E9-A6F5-CDEEF264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안쪽 루프</a:t>
            </a:r>
          </a:p>
        </p:txBody>
      </p:sp>
      <p:sp>
        <p:nvSpPr>
          <p:cNvPr id="7" name="04-04-left-dot-1">
            <a:extLst xmlns:a="http://schemas.openxmlformats.org/drawingml/2006/main">
              <a:ext uri="{FF2B5EF4-FFF2-40B4-BE49-F238E27FC236}">
                <a16:creationId xmlns:a16="http://schemas.microsoft.com/office/drawing/2014/main" id="{31D719AB-3CC3-45D6-8131-3B9DE4FA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4-04-left-line-1">
            <a:extLst xmlns:a="http://schemas.openxmlformats.org/drawingml/2006/main">
              <a:ext uri="{FF2B5EF4-FFF2-40B4-BE49-F238E27FC236}">
                <a16:creationId xmlns:a16="http://schemas.microsoft.com/office/drawing/2014/main" id="{01929BD0-B211-4E4F-A732-AFF04E7E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생성</a:t>
            </a:r>
          </a:p>
        </p:txBody>
      </p:sp>
      <p:sp>
        <p:nvSpPr>
          <p:cNvPr id="9" name="04-04-left-dot-2">
            <a:extLst xmlns:a="http://schemas.openxmlformats.org/drawingml/2006/main">
              <a:ext uri="{FF2B5EF4-FFF2-40B4-BE49-F238E27FC236}">
                <a16:creationId xmlns:a16="http://schemas.microsoft.com/office/drawing/2014/main" id="{FC16B22B-471B-4905-88DE-E4F154CE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4-04-left-line-2">
            <a:extLst xmlns:a="http://schemas.openxmlformats.org/drawingml/2006/main">
              <a:ext uri="{FF2B5EF4-FFF2-40B4-BE49-F238E27FC236}">
                <a16:creationId xmlns:a16="http://schemas.microsoft.com/office/drawing/2014/main" id="{28EAD8FD-D92C-4D86-9A84-531DE471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11" name="04-04-left-dot-3">
            <a:extLst xmlns:a="http://schemas.openxmlformats.org/drawingml/2006/main">
              <a:ext uri="{FF2B5EF4-FFF2-40B4-BE49-F238E27FC236}">
                <a16:creationId xmlns:a16="http://schemas.microsoft.com/office/drawing/2014/main" id="{DFFC445D-0C38-4857-8CEE-776426B2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4-04-left-line-3">
            <a:extLst xmlns:a="http://schemas.openxmlformats.org/drawingml/2006/main">
              <a:ext uri="{FF2B5EF4-FFF2-40B4-BE49-F238E27FC236}">
                <a16:creationId xmlns:a16="http://schemas.microsoft.com/office/drawing/2014/main" id="{23DE6DD5-7097-4B28-BE50-BD499E0A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3" name="04-04-left-dot-4">
            <a:extLst xmlns:a="http://schemas.openxmlformats.org/drawingml/2006/main">
              <a:ext uri="{FF2B5EF4-FFF2-40B4-BE49-F238E27FC236}">
                <a16:creationId xmlns:a16="http://schemas.microsoft.com/office/drawing/2014/main" id="{4E848EC6-917A-462C-8A5C-3D33B98B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4" name="04-04-left-line-4">
            <a:extLst xmlns:a="http://schemas.openxmlformats.org/drawingml/2006/main">
              <a:ext uri="{FF2B5EF4-FFF2-40B4-BE49-F238E27FC236}">
                <a16:creationId xmlns:a16="http://schemas.microsoft.com/office/drawing/2014/main" id="{FDEE1DD8-6292-40C4-95A1-71F5259F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재검증</a:t>
            </a:r>
          </a:p>
        </p:txBody>
      </p:sp>
      <p:sp>
        <p:nvSpPr>
          <p:cNvPr id="15" name="04-04-right-heading">
            <a:extLst xmlns:a="http://schemas.openxmlformats.org/drawingml/2006/main">
              <a:ext uri="{FF2B5EF4-FFF2-40B4-BE49-F238E27FC236}">
                <a16:creationId xmlns:a16="http://schemas.microsoft.com/office/drawing/2014/main" id="{F9D9D719-FCEF-47D4-96B3-1D12CC32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바깥 루프</a:t>
            </a:r>
          </a:p>
        </p:txBody>
      </p:sp>
      <p:sp>
        <p:nvSpPr>
          <p:cNvPr id="16" name="04-04-right-dot-1">
            <a:extLst xmlns:a="http://schemas.openxmlformats.org/drawingml/2006/main">
              <a:ext uri="{FF2B5EF4-FFF2-40B4-BE49-F238E27FC236}">
                <a16:creationId xmlns:a16="http://schemas.microsoft.com/office/drawing/2014/main" id="{DEAB9FF6-F506-48F5-81C7-E32D6E4A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4-04-right-line-1">
            <a:extLst xmlns:a="http://schemas.openxmlformats.org/drawingml/2006/main">
              <a:ext uri="{FF2B5EF4-FFF2-40B4-BE49-F238E27FC236}">
                <a16:creationId xmlns:a16="http://schemas.microsoft.com/office/drawing/2014/main" id="{6EAB1518-EFDE-4F5D-B153-375511AB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합의</a:t>
            </a:r>
          </a:p>
        </p:txBody>
      </p:sp>
      <p:sp>
        <p:nvSpPr>
          <p:cNvPr id="18" name="04-04-right-dot-2">
            <a:extLst xmlns:a="http://schemas.openxmlformats.org/drawingml/2006/main">
              <a:ext uri="{FF2B5EF4-FFF2-40B4-BE49-F238E27FC236}">
                <a16:creationId xmlns:a16="http://schemas.microsoft.com/office/drawing/2014/main" id="{F9BBCF3F-31D5-4DA8-B216-7140CCFB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4-04-right-line-2">
            <a:extLst xmlns:a="http://schemas.openxmlformats.org/drawingml/2006/main">
              <a:ext uri="{FF2B5EF4-FFF2-40B4-BE49-F238E27FC236}">
                <a16:creationId xmlns:a16="http://schemas.microsoft.com/office/drawing/2014/main" id="{9CA60177-E8CB-4B9A-B935-442B8276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20" name="04-04-right-dot-3">
            <a:extLst xmlns:a="http://schemas.openxmlformats.org/drawingml/2006/main">
              <a:ext uri="{FF2B5EF4-FFF2-40B4-BE49-F238E27FC236}">
                <a16:creationId xmlns:a16="http://schemas.microsoft.com/office/drawing/2014/main" id="{1883F2E3-FA3A-48B5-80B9-24E5FFF7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21" name="04-04-right-line-3">
            <a:extLst xmlns:a="http://schemas.openxmlformats.org/drawingml/2006/main">
              <a:ext uri="{FF2B5EF4-FFF2-40B4-BE49-F238E27FC236}">
                <a16:creationId xmlns:a16="http://schemas.microsoft.com/office/drawing/2014/main" id="{B86E8589-A1C7-4810-A713-8A994412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05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흐름 복원</a:t>
            </a:r>
          </a:p>
        </p:txBody>
      </p:sp>
      <p:sp>
        <p:nvSpPr>
          <p:cNvPr id="22" name="04-04-right-dot-4">
            <a:extLst xmlns:a="http://schemas.openxmlformats.org/drawingml/2006/main">
              <a:ext uri="{FF2B5EF4-FFF2-40B4-BE49-F238E27FC236}">
                <a16:creationId xmlns:a16="http://schemas.microsoft.com/office/drawing/2014/main" id="{476C13E7-9CC5-44B2-A52F-CCEABAFA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23" name="04-04-right-line-4">
            <a:extLst xmlns:a="http://schemas.openxmlformats.org/drawingml/2006/main">
              <a:ext uri="{FF2B5EF4-FFF2-40B4-BE49-F238E27FC236}">
                <a16:creationId xmlns:a16="http://schemas.microsoft.com/office/drawing/2014/main" id="{BDC9DD01-AF6B-4218-A72B-B7F59F48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다음 작업의 지식</a:t>
            </a:r>
          </a:p>
        </p:txBody>
      </p:sp>
      <p:sp>
        <p:nvSpPr>
          <p:cNvPr id="24" name="04-04-optional">
            <a:extLst xmlns:a="http://schemas.openxmlformats.org/drawingml/2006/main">
              <a:ext uri="{FF2B5EF4-FFF2-40B4-BE49-F238E27FC236}">
                <a16:creationId xmlns:a16="http://schemas.microsoft.com/office/drawing/2014/main" id="{8EB8E4FE-AC94-48AC-B6E0-BF7F6F1D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42840134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4-05-footer-section">
            <a:extLst xmlns:a="http://schemas.openxmlformats.org/drawingml/2006/main">
              <a:ext uri="{FF2B5EF4-FFF2-40B4-BE49-F238E27FC236}">
                <a16:creationId xmlns:a16="http://schemas.microsoft.com/office/drawing/2014/main" id="{0CA8B8D0-2D41-43D2-82E4-11920673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개발 흐름</a:t>
            </a:r>
          </a:p>
        </p:txBody>
      </p:sp>
      <p:sp>
        <p:nvSpPr>
          <p:cNvPr id="2" name="04-05-footer-page">
            <a:extLst xmlns:a="http://schemas.openxmlformats.org/drawingml/2006/main">
              <a:ext uri="{FF2B5EF4-FFF2-40B4-BE49-F238E27FC236}">
                <a16:creationId xmlns:a16="http://schemas.microsoft.com/office/drawing/2014/main" id="{ACEC7C31-3630-4B9A-861C-617FD2CA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53 / 70</a:t>
            </a:r>
          </a:p>
        </p:txBody>
      </p:sp>
      <p:sp>
        <p:nvSpPr>
          <p:cNvPr id="3" name="04-05-accent-rule">
            <a:extLst xmlns:a="http://schemas.openxmlformats.org/drawingml/2006/main">
              <a:ext uri="{FF2B5EF4-FFF2-40B4-BE49-F238E27FC236}">
                <a16:creationId xmlns:a16="http://schemas.microsoft.com/office/drawing/2014/main" id="{7812DD80-F76D-48DC-940D-42E193CD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05-title">
            <a:extLst xmlns:a="http://schemas.openxmlformats.org/drawingml/2006/main">
              <a:ext uri="{FF2B5EF4-FFF2-40B4-BE49-F238E27FC236}">
                <a16:creationId xmlns:a16="http://schemas.microsoft.com/office/drawing/2014/main" id="{BE3AA81D-6C6B-4637-85C6-A9CE5BD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정본은 구현 전후에 이동한다</a:t>
            </a:r>
          </a:p>
        </p:txBody>
      </p:sp>
      <p:sp>
        <p:nvSpPr>
          <p:cNvPr id="5" name="04-05-arrow-1">
            <a:extLst xmlns:a="http://schemas.openxmlformats.org/drawingml/2006/main">
              <a:ext uri="{FF2B5EF4-FFF2-40B4-BE49-F238E27FC236}">
                <a16:creationId xmlns:a16="http://schemas.microsoft.com/office/drawing/2014/main" id="{4297D064-AFB1-40B1-BC97-3EE77CB5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4-05-arrow-2">
            <a:extLst xmlns:a="http://schemas.openxmlformats.org/drawingml/2006/main">
              <a:ext uri="{FF2B5EF4-FFF2-40B4-BE49-F238E27FC236}">
                <a16:creationId xmlns:a16="http://schemas.microsoft.com/office/drawing/2014/main" id="{515277E6-9599-402D-B979-07E44F47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4-05-arrow-3">
            <a:extLst xmlns:a="http://schemas.openxmlformats.org/drawingml/2006/main">
              <a:ext uri="{FF2B5EF4-FFF2-40B4-BE49-F238E27FC236}">
                <a16:creationId xmlns:a16="http://schemas.microsoft.com/office/drawing/2014/main" id="{5B35DCAF-B094-4841-A130-3FFE809C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4-05-arrow-4">
            <a:extLst xmlns:a="http://schemas.openxmlformats.org/drawingml/2006/main">
              <a:ext uri="{FF2B5EF4-FFF2-40B4-BE49-F238E27FC236}">
                <a16:creationId xmlns:a16="http://schemas.microsoft.com/office/drawing/2014/main" id="{E796E0E7-EFDF-4EE8-B8EB-578E876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9" name="04-05-node-1">
            <a:extLst xmlns:a="http://schemas.openxmlformats.org/drawingml/2006/main">
              <a:ext uri="{FF2B5EF4-FFF2-40B4-BE49-F238E27FC236}">
                <a16:creationId xmlns:a16="http://schemas.microsoft.com/office/drawing/2014/main" id="{91359729-FE62-41B8-9149-0115C954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spec</a:t>
            </a:r>
          </a:p>
        </p:txBody>
      </p:sp>
      <p:sp>
        <p:nvSpPr>
          <p:cNvPr id="10" name="04-05-node-2">
            <a:extLst xmlns:a="http://schemas.openxmlformats.org/drawingml/2006/main">
              <a:ext uri="{FF2B5EF4-FFF2-40B4-BE49-F238E27FC236}">
                <a16:creationId xmlns:a16="http://schemas.microsoft.com/office/drawing/2014/main" id="{3AD401AB-6484-4CE3-BEB6-07CE71F9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plan</a:t>
            </a:r>
          </a:p>
        </p:txBody>
      </p:sp>
      <p:sp>
        <p:nvSpPr>
          <p:cNvPr id="11" name="04-05-node-3">
            <a:extLst xmlns:a="http://schemas.openxmlformats.org/drawingml/2006/main">
              <a:ext uri="{FF2B5EF4-FFF2-40B4-BE49-F238E27FC236}">
                <a16:creationId xmlns:a16="http://schemas.microsoft.com/office/drawing/2014/main" id="{AA9E2E14-1764-417E-B93B-9016964E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12" name="04-05-node-4">
            <a:extLst xmlns:a="http://schemas.openxmlformats.org/drawingml/2006/main">
              <a:ext uri="{FF2B5EF4-FFF2-40B4-BE49-F238E27FC236}">
                <a16:creationId xmlns:a16="http://schemas.microsoft.com/office/drawing/2014/main" id="{02455387-338E-4E04-A557-9A20318D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실제 소스코드</a:t>
            </a:r>
          </a:p>
        </p:txBody>
      </p:sp>
      <p:sp>
        <p:nvSpPr>
          <p:cNvPr id="13" name="04-05-node-5">
            <a:extLst xmlns:a="http://schemas.openxmlformats.org/drawingml/2006/main">
              <a:ext uri="{FF2B5EF4-FFF2-40B4-BE49-F238E27FC236}">
                <a16:creationId xmlns:a16="http://schemas.microsoft.com/office/drawing/2014/main" id="{84029271-D498-4458-BADB-FE65AC7E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e2e</a:t>
            </a:r>
          </a:p>
        </p:txBody>
      </p:sp>
      <p:sp>
        <p:nvSpPr>
          <p:cNvPr id="14" name="04-05-caption">
            <a:extLst xmlns:a="http://schemas.openxmlformats.org/drawingml/2006/main">
              <a:ext uri="{FF2B5EF4-FFF2-40B4-BE49-F238E27FC236}">
                <a16:creationId xmlns:a16="http://schemas.microsoft.com/office/drawing/2014/main" id="{AF581B68-A58C-4FF4-8E62-D78A5EAE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무엇을 만들기로 했나   ·   어떤 순서로 만들까   ·   전환점   ·   지금 뭐가 도나   ·   코드에서 복원한 지도</a:t>
            </a:r>
          </a:p>
        </p:txBody>
      </p:sp>
    </p:spTree>
    <p:extLst>
      <p:ext uri="{BB962C8B-B14F-4D97-AF65-F5344CB8AC3E}">
        <p14:creationId xmlns:p14="http://schemas.microsoft.com/office/powerpoint/2010/main" val="138528367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04-06-footer-section">
            <a:extLst xmlns:a="http://schemas.openxmlformats.org/drawingml/2006/main">
              <a:ext uri="{FF2B5EF4-FFF2-40B4-BE49-F238E27FC236}">
                <a16:creationId xmlns:a16="http://schemas.microsoft.com/office/drawing/2014/main" id="{D34FB3FD-9739-4C67-915F-3ECB73C7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개발 흐름</a:t>
            </a:r>
          </a:p>
        </p:txBody>
      </p:sp>
      <p:sp>
        <p:nvSpPr>
          <p:cNvPr id="2" name="04-06-footer-page">
            <a:extLst xmlns:a="http://schemas.openxmlformats.org/drawingml/2006/main">
              <a:ext uri="{FF2B5EF4-FFF2-40B4-BE49-F238E27FC236}">
                <a16:creationId xmlns:a16="http://schemas.microsoft.com/office/drawing/2014/main" id="{90D16286-A76B-4AE2-8235-62E1375B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54 / 70</a:t>
            </a:r>
          </a:p>
        </p:txBody>
      </p:sp>
      <p:sp>
        <p:nvSpPr>
          <p:cNvPr id="3" name="04-06-accent-rule">
            <a:extLst xmlns:a="http://schemas.openxmlformats.org/drawingml/2006/main">
              <a:ext uri="{FF2B5EF4-FFF2-40B4-BE49-F238E27FC236}">
                <a16:creationId xmlns:a16="http://schemas.microsoft.com/office/drawing/2014/main" id="{EBD195F1-1C9D-41E8-AC4C-57F7063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06-title">
            <a:extLst xmlns:a="http://schemas.openxmlformats.org/drawingml/2006/main">
              <a:ext uri="{FF2B5EF4-FFF2-40B4-BE49-F238E27FC236}">
                <a16:creationId xmlns:a16="http://schemas.microsoft.com/office/drawing/2014/main" id="{B63B7029-D3DA-4CE4-A795-91CCE5C7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단계를 건너뛰는 것은 실패가 아니라 판단이다</a:t>
            </a:r>
          </a:p>
        </p:txBody>
      </p:sp>
      <p:sp>
        <p:nvSpPr>
          <p:cNvPr id="5" name="04-06-divider">
            <a:extLst xmlns:a="http://schemas.openxmlformats.org/drawingml/2006/main">
              <a:ext uri="{FF2B5EF4-FFF2-40B4-BE49-F238E27FC236}">
                <a16:creationId xmlns:a16="http://schemas.microsoft.com/office/drawing/2014/main" id="{D128F2D7-5B14-49A4-A328-96F6476F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4-06-left-heading">
            <a:extLst xmlns:a="http://schemas.openxmlformats.org/drawingml/2006/main">
              <a:ext uri="{FF2B5EF4-FFF2-40B4-BE49-F238E27FC236}">
                <a16:creationId xmlns:a16="http://schemas.microsoft.com/office/drawing/2014/main" id="{8842AF61-D74A-41EA-8BEB-149BB286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가볍게 처리</a:t>
            </a:r>
          </a:p>
        </p:txBody>
      </p:sp>
      <p:sp>
        <p:nvSpPr>
          <p:cNvPr id="7" name="04-06-left-dot-1">
            <a:extLst xmlns:a="http://schemas.openxmlformats.org/drawingml/2006/main">
              <a:ext uri="{FF2B5EF4-FFF2-40B4-BE49-F238E27FC236}">
                <a16:creationId xmlns:a16="http://schemas.microsoft.com/office/drawing/2014/main" id="{A0573202-F4E6-47C3-A708-C92BF69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4-06-left-line-1">
            <a:extLst xmlns:a="http://schemas.openxmlformats.org/drawingml/2006/main">
              <a:ext uri="{FF2B5EF4-FFF2-40B4-BE49-F238E27FC236}">
                <a16:creationId xmlns:a16="http://schemas.microsoft.com/office/drawing/2014/main" id="{E117B34B-A918-4041-951B-634C7329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오타·상수 변경 — 기존 검증</a:t>
            </a:r>
          </a:p>
        </p:txBody>
      </p:sp>
      <p:sp>
        <p:nvSpPr>
          <p:cNvPr id="9" name="04-06-left-dot-2">
            <a:extLst xmlns:a="http://schemas.openxmlformats.org/drawingml/2006/main">
              <a:ext uri="{FF2B5EF4-FFF2-40B4-BE49-F238E27FC236}">
                <a16:creationId xmlns:a16="http://schemas.microsoft.com/office/drawing/2014/main" id="{6A3F60AC-8946-4BE7-B4E8-94B1947F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4-06-left-line-2">
            <a:extLst xmlns:a="http://schemas.openxmlformats.org/drawingml/2006/main">
              <a:ext uri="{FF2B5EF4-FFF2-40B4-BE49-F238E27FC236}">
                <a16:creationId xmlns:a16="http://schemas.microsoft.com/office/drawing/2014/main" id="{4AEC7589-793C-4AF5-AA64-D19EDC14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원인 명확한 버그 — TDD 루프</a:t>
            </a:r>
          </a:p>
        </p:txBody>
      </p:sp>
      <p:sp>
        <p:nvSpPr>
          <p:cNvPr id="11" name="04-06-left-dot-3">
            <a:extLst xmlns:a="http://schemas.openxmlformats.org/drawingml/2006/main">
              <a:ext uri="{FF2B5EF4-FFF2-40B4-BE49-F238E27FC236}">
                <a16:creationId xmlns:a16="http://schemas.microsoft.com/office/drawing/2014/main" id="{08944C00-1262-46E2-9A35-ACACC181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4-06-left-line-3">
            <a:extLst xmlns:a="http://schemas.openxmlformats.org/drawingml/2006/main">
              <a:ext uri="{FF2B5EF4-FFF2-40B4-BE49-F238E27FC236}">
                <a16:creationId xmlns:a16="http://schemas.microsoft.com/office/drawing/2014/main" id="{614F0036-BD3E-4932-82DA-9509327D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기존 기능 확장 — plan부터</a:t>
            </a:r>
          </a:p>
        </p:txBody>
      </p:sp>
      <p:sp>
        <p:nvSpPr>
          <p:cNvPr id="13" name="04-06-right-heading">
            <a:extLst xmlns:a="http://schemas.openxmlformats.org/drawingml/2006/main">
              <a:ext uri="{FF2B5EF4-FFF2-40B4-BE49-F238E27FC236}">
                <a16:creationId xmlns:a16="http://schemas.microsoft.com/office/drawing/2014/main" id="{7C4FE1E0-0FCF-4D07-8C1D-DEFCA327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전체 흐름</a:t>
            </a:r>
          </a:p>
        </p:txBody>
      </p:sp>
      <p:sp>
        <p:nvSpPr>
          <p:cNvPr id="14" name="04-06-right-dot-1">
            <a:extLst xmlns:a="http://schemas.openxmlformats.org/drawingml/2006/main">
              <a:ext uri="{FF2B5EF4-FFF2-40B4-BE49-F238E27FC236}">
                <a16:creationId xmlns:a16="http://schemas.microsoft.com/office/drawing/2014/main" id="{0FC2191D-325E-43B1-9A41-E3C9C33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4-06-right-line-1">
            <a:extLst xmlns:a="http://schemas.openxmlformats.org/drawingml/2006/main">
              <a:ext uri="{FF2B5EF4-FFF2-40B4-BE49-F238E27FC236}">
                <a16:creationId xmlns:a16="http://schemas.microsoft.com/office/drawing/2014/main" id="{D643AD38-A0E9-40B7-B8AA-A9363C07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새 기능</a:t>
            </a:r>
          </a:p>
        </p:txBody>
      </p:sp>
      <p:sp>
        <p:nvSpPr>
          <p:cNvPr id="16" name="04-06-right-dot-2">
            <a:extLst xmlns:a="http://schemas.openxmlformats.org/drawingml/2006/main">
              <a:ext uri="{FF2B5EF4-FFF2-40B4-BE49-F238E27FC236}">
                <a16:creationId xmlns:a16="http://schemas.microsoft.com/office/drawing/2014/main" id="{1C1D6675-6728-4F67-A3B5-2E883C1E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4-06-right-line-2">
            <a:extLst xmlns:a="http://schemas.openxmlformats.org/drawingml/2006/main">
              <a:ext uri="{FF2B5EF4-FFF2-40B4-BE49-F238E27FC236}">
                <a16:creationId xmlns:a16="http://schemas.microsoft.com/office/drawing/2014/main" id="{56292D08-1EFF-4692-91F1-00667EE3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마이그레이션</a:t>
            </a:r>
          </a:p>
        </p:txBody>
      </p:sp>
      <p:sp>
        <p:nvSpPr>
          <p:cNvPr id="18" name="04-06-right-dot-3">
            <a:extLst xmlns:a="http://schemas.openxmlformats.org/drawingml/2006/main">
              <a:ext uri="{FF2B5EF4-FFF2-40B4-BE49-F238E27FC236}">
                <a16:creationId xmlns:a16="http://schemas.microsoft.com/office/drawing/2014/main" id="{596537BB-C00B-436A-9885-6E10DFA9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4-06-right-line-3">
            <a:extLst xmlns:a="http://schemas.openxmlformats.org/drawingml/2006/main">
              <a:ext uri="{FF2B5EF4-FFF2-40B4-BE49-F238E27FC236}">
                <a16:creationId xmlns:a16="http://schemas.microsoft.com/office/drawing/2014/main" id="{D66A2092-8642-4063-88A0-BDC685FB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05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구조 변경</a:t>
            </a:r>
          </a:p>
        </p:txBody>
      </p:sp>
      <p:sp>
        <p:nvSpPr>
          <p:cNvPr id="20" name="04-06-right-dot-4">
            <a:extLst xmlns:a="http://schemas.openxmlformats.org/drawingml/2006/main">
              <a:ext uri="{FF2B5EF4-FFF2-40B4-BE49-F238E27FC236}">
                <a16:creationId xmlns:a16="http://schemas.microsoft.com/office/drawing/2014/main" id="{488057F0-521D-4CA9-AD2E-061A1CB0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21" name="04-06-right-line-4">
            <a:extLst xmlns:a="http://schemas.openxmlformats.org/drawingml/2006/main">
              <a:ext uri="{FF2B5EF4-FFF2-40B4-BE49-F238E27FC236}">
                <a16:creationId xmlns:a16="http://schemas.microsoft.com/office/drawing/2014/main" id="{695AD673-5557-4BFF-AB39-F88694CF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원인 불명확한 버그</a:t>
            </a:r>
          </a:p>
        </p:txBody>
      </p:sp>
      <p:sp>
        <p:nvSpPr>
          <p:cNvPr id="22" name="04-06-optional">
            <a:extLst xmlns:a="http://schemas.openxmlformats.org/drawingml/2006/main">
              <a:ext uri="{FF2B5EF4-FFF2-40B4-BE49-F238E27FC236}">
                <a16:creationId xmlns:a16="http://schemas.microsoft.com/office/drawing/2014/main" id="{AC836A3A-5B2B-43B1-8856-22FF22F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0758082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4-07-footer-section">
            <a:extLst xmlns:a="http://schemas.openxmlformats.org/drawingml/2006/main">
              <a:ext uri="{FF2B5EF4-FFF2-40B4-BE49-F238E27FC236}">
                <a16:creationId xmlns:a16="http://schemas.microsoft.com/office/drawing/2014/main" id="{3B7752BC-548A-4399-8930-C8953161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개발 흐름</a:t>
            </a:r>
          </a:p>
        </p:txBody>
      </p:sp>
      <p:sp>
        <p:nvSpPr>
          <p:cNvPr id="2" name="04-07-footer-page">
            <a:extLst xmlns:a="http://schemas.openxmlformats.org/drawingml/2006/main">
              <a:ext uri="{FF2B5EF4-FFF2-40B4-BE49-F238E27FC236}">
                <a16:creationId xmlns:a16="http://schemas.microsoft.com/office/drawing/2014/main" id="{57914C50-9058-4BEA-91CE-E6AB7347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55 / 70</a:t>
            </a:r>
          </a:p>
        </p:txBody>
      </p:sp>
      <p:sp>
        <p:nvSpPr>
          <p:cNvPr id="3" name="04-07-accent-rule">
            <a:extLst xmlns:a="http://schemas.openxmlformats.org/drawingml/2006/main">
              <a:ext uri="{FF2B5EF4-FFF2-40B4-BE49-F238E27FC236}">
                <a16:creationId xmlns:a16="http://schemas.microsoft.com/office/drawing/2014/main" id="{2FD0CAAE-F8D6-4FD9-856E-043366F1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07-title">
            <a:extLst xmlns:a="http://schemas.openxmlformats.org/drawingml/2006/main">
              <a:ext uri="{FF2B5EF4-FFF2-40B4-BE49-F238E27FC236}">
                <a16:creationId xmlns:a16="http://schemas.microsoft.com/office/drawing/2014/main" id="{C6CF6F6A-6841-45D0-9B92-35F05535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세 질문이 필요한 단계를 결정한다</a:t>
            </a:r>
          </a:p>
        </p:txBody>
      </p:sp>
      <p:sp>
        <p:nvSpPr>
          <p:cNvPr id="5" name="04-07-bullet-1">
            <a:extLst xmlns:a="http://schemas.openxmlformats.org/drawingml/2006/main">
              <a:ext uri="{FF2B5EF4-FFF2-40B4-BE49-F238E27FC236}">
                <a16:creationId xmlns:a16="http://schemas.microsoft.com/office/drawing/2014/main" id="{48F7D141-F2C5-4D2E-9617-87481F62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4-07-body-1">
            <a:extLst xmlns:a="http://schemas.openxmlformats.org/drawingml/2006/main">
              <a:ext uri="{FF2B5EF4-FFF2-40B4-BE49-F238E27FC236}">
                <a16:creationId xmlns:a16="http://schemas.microsoft.com/office/drawing/2014/main" id="{1D58CA59-88AB-433E-AAAE-187394CA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다른 해석이 가능한가 → 합의</a:t>
            </a:r>
          </a:p>
        </p:txBody>
      </p:sp>
      <p:sp>
        <p:nvSpPr>
          <p:cNvPr id="7" name="04-07-bullet-2">
            <a:extLst xmlns:a="http://schemas.openxmlformats.org/drawingml/2006/main">
              <a:ext uri="{FF2B5EF4-FFF2-40B4-BE49-F238E27FC236}">
                <a16:creationId xmlns:a16="http://schemas.microsoft.com/office/drawing/2014/main" id="{7C0A84D8-B9A7-4D78-9FA1-A013F02C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4-07-body-2">
            <a:extLst xmlns:a="http://schemas.openxmlformats.org/drawingml/2006/main">
              <a:ext uri="{FF2B5EF4-FFF2-40B4-BE49-F238E27FC236}">
                <a16:creationId xmlns:a16="http://schemas.microsoft.com/office/drawing/2014/main" id="{5E0AAAC2-50A6-4857-90BC-F1C1BD4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한 번에 증명하기 어려운가 → 계획</a:t>
            </a:r>
          </a:p>
        </p:txBody>
      </p:sp>
      <p:sp>
        <p:nvSpPr>
          <p:cNvPr id="9" name="04-07-bullet-3">
            <a:extLst xmlns:a="http://schemas.openxmlformats.org/drawingml/2006/main">
              <a:ext uri="{FF2B5EF4-FFF2-40B4-BE49-F238E27FC236}">
                <a16:creationId xmlns:a16="http://schemas.microsoft.com/office/drawing/2014/main" id="{E9FA2A07-F633-4D6F-BE76-1BAEA6DE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4-07-body-3">
            <a:extLst xmlns:a="http://schemas.openxmlformats.org/drawingml/2006/main">
              <a:ext uri="{FF2B5EF4-FFF2-40B4-BE49-F238E27FC236}">
                <a16:creationId xmlns:a16="http://schemas.microsoft.com/office/drawing/2014/main" id="{4CB11CF9-7FE1-4A64-9CF5-E3DF04E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다음 사람이 다시 조사하는가 → 흐름 복원과 지식화</a:t>
            </a:r>
          </a:p>
        </p:txBody>
      </p:sp>
    </p:spTree>
    <p:extLst>
      <p:ext uri="{BB962C8B-B14F-4D97-AF65-F5344CB8AC3E}">
        <p14:creationId xmlns:p14="http://schemas.microsoft.com/office/powerpoint/2010/main" val="46205379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4-08-footer-section">
            <a:extLst xmlns:a="http://schemas.openxmlformats.org/drawingml/2006/main">
              <a:ext uri="{FF2B5EF4-FFF2-40B4-BE49-F238E27FC236}">
                <a16:creationId xmlns:a16="http://schemas.microsoft.com/office/drawing/2014/main" id="{5221A0B7-A25F-467D-8424-FE1F3C8A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1. 요구사항 합의</a:t>
            </a:r>
          </a:p>
        </p:txBody>
      </p:sp>
      <p:sp>
        <p:nvSpPr>
          <p:cNvPr id="2" name="04-08-footer-page">
            <a:extLst xmlns:a="http://schemas.openxmlformats.org/drawingml/2006/main">
              <a:ext uri="{FF2B5EF4-FFF2-40B4-BE49-F238E27FC236}">
                <a16:creationId xmlns:a16="http://schemas.microsoft.com/office/drawing/2014/main" id="{855CE9E8-987A-4597-ACC0-2B922F42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56 / 70</a:t>
            </a:r>
          </a:p>
        </p:txBody>
      </p:sp>
      <p:sp>
        <p:nvSpPr>
          <p:cNvPr id="3" name="04-08-accent-rule">
            <a:extLst xmlns:a="http://schemas.openxmlformats.org/drawingml/2006/main">
              <a:ext uri="{FF2B5EF4-FFF2-40B4-BE49-F238E27FC236}">
                <a16:creationId xmlns:a16="http://schemas.microsoft.com/office/drawing/2014/main" id="{6F375F86-5394-4C2D-8BD2-D5B10A86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08-title">
            <a:extLst xmlns:a="http://schemas.openxmlformats.org/drawingml/2006/main">
              <a:ext uri="{FF2B5EF4-FFF2-40B4-BE49-F238E27FC236}">
                <a16:creationId xmlns:a16="http://schemas.microsoft.com/office/drawing/2014/main" id="{E290F300-2417-4EDC-8069-9A6B0FA8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무엇을 만들지, 무엇을 만들지 않을지 정한다</a:t>
            </a:r>
          </a:p>
        </p:txBody>
      </p:sp>
      <p:sp>
        <p:nvSpPr>
          <p:cNvPr id="5" name="04-08-body-1">
            <a:extLst xmlns:a="http://schemas.openxmlformats.org/drawingml/2006/main">
              <a:ext uri="{FF2B5EF4-FFF2-40B4-BE49-F238E27FC236}">
                <a16:creationId xmlns:a16="http://schemas.microsoft.com/office/drawing/2014/main" id="{07896CCD-7D94-4C83-B888-D7DDC722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목적 · 범위 · 제외 범위 · 제약 · 관찰 가능한 성공 조건</a:t>
            </a:r>
          </a:p>
        </p:txBody>
      </p:sp>
    </p:spTree>
    <p:extLst>
      <p:ext uri="{BB962C8B-B14F-4D97-AF65-F5344CB8AC3E}">
        <p14:creationId xmlns:p14="http://schemas.microsoft.com/office/powerpoint/2010/main" val="112901292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4-09-footer-section">
            <a:extLst xmlns:a="http://schemas.openxmlformats.org/drawingml/2006/main">
              <a:ext uri="{FF2B5EF4-FFF2-40B4-BE49-F238E27FC236}">
                <a16:creationId xmlns:a16="http://schemas.microsoft.com/office/drawing/2014/main" id="{68162CE5-FE97-4EC7-8324-0381181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1. 요구사항 합의</a:t>
            </a:r>
          </a:p>
        </p:txBody>
      </p:sp>
      <p:sp>
        <p:nvSpPr>
          <p:cNvPr id="2" name="04-09-footer-page">
            <a:extLst xmlns:a="http://schemas.openxmlformats.org/drawingml/2006/main">
              <a:ext uri="{FF2B5EF4-FFF2-40B4-BE49-F238E27FC236}">
                <a16:creationId xmlns:a16="http://schemas.microsoft.com/office/drawing/2014/main" id="{1CDC5763-F5D8-452E-821B-FEF6356E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57 / 70</a:t>
            </a:r>
          </a:p>
        </p:txBody>
      </p:sp>
      <p:sp>
        <p:nvSpPr>
          <p:cNvPr id="3" name="04-09-accent-rule">
            <a:extLst xmlns:a="http://schemas.openxmlformats.org/drawingml/2006/main">
              <a:ext uri="{FF2B5EF4-FFF2-40B4-BE49-F238E27FC236}">
                <a16:creationId xmlns:a16="http://schemas.microsoft.com/office/drawing/2014/main" id="{2CD1DAB0-1A93-4609-9600-D68E44F9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09-title">
            <a:extLst xmlns:a="http://schemas.openxmlformats.org/drawingml/2006/main">
              <a:ext uri="{FF2B5EF4-FFF2-40B4-BE49-F238E27FC236}">
                <a16:creationId xmlns:a16="http://schemas.microsoft.com/office/drawing/2014/main" id="{B9D4F2A1-E210-4A58-8300-D2E49703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‘주문 취소’의 빈칸부터 찾는다</a:t>
            </a:r>
          </a:p>
        </p:txBody>
      </p:sp>
      <p:sp>
        <p:nvSpPr>
          <p:cNvPr id="5" name="04-09-prompt">
            <a:extLst xmlns:a="http://schemas.openxmlformats.org/drawingml/2006/main">
              <a:ext uri="{FF2B5EF4-FFF2-40B4-BE49-F238E27FC236}">
                <a16:creationId xmlns:a16="http://schemas.microsoft.com/office/drawing/2014/main" id="{60B1F7D9-B30B-4012-810F-C3A5E833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질문에서 드러난 것</a:t>
            </a:r>
          </a:p>
        </p:txBody>
      </p:sp>
      <p:sp>
        <p:nvSpPr>
          <p:cNvPr id="6" name="04-09-bullet-1">
            <a:extLst xmlns:a="http://schemas.openxmlformats.org/drawingml/2006/main">
              <a:ext uri="{FF2B5EF4-FFF2-40B4-BE49-F238E27FC236}">
                <a16:creationId xmlns:a16="http://schemas.microsoft.com/office/drawing/2014/main" id="{1CDC38E1-D2C3-4D89-98D8-59AEA89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7" name="04-09-body-1">
            <a:extLst xmlns:a="http://schemas.openxmlformats.org/drawingml/2006/main">
              <a:ext uri="{FF2B5EF4-FFF2-40B4-BE49-F238E27FC236}">
                <a16:creationId xmlns:a16="http://schemas.microsoft.com/office/drawing/2014/main" id="{D8C5BE2F-1CAF-42D9-A2E6-7C2FCC6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환불을 포함하는가</a:t>
            </a:r>
          </a:p>
        </p:txBody>
      </p:sp>
      <p:sp>
        <p:nvSpPr>
          <p:cNvPr id="8" name="04-09-bullet-2">
            <a:extLst xmlns:a="http://schemas.openxmlformats.org/drawingml/2006/main">
              <a:ext uri="{FF2B5EF4-FFF2-40B4-BE49-F238E27FC236}">
                <a16:creationId xmlns:a16="http://schemas.microsoft.com/office/drawing/2014/main" id="{1400963F-A3B7-46A7-B1F7-A3405C81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9" name="04-09-body-2">
            <a:extLst xmlns:a="http://schemas.openxmlformats.org/drawingml/2006/main">
              <a:ext uri="{FF2B5EF4-FFF2-40B4-BE49-F238E27FC236}">
                <a16:creationId xmlns:a16="http://schemas.microsoft.com/office/drawing/2014/main" id="{0DD5C33D-230C-4C99-928C-B9CFA33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배송 시작 후에도 가능한가</a:t>
            </a:r>
          </a:p>
        </p:txBody>
      </p:sp>
      <p:sp>
        <p:nvSpPr>
          <p:cNvPr id="10" name="04-09-bullet-3">
            <a:extLst xmlns:a="http://schemas.openxmlformats.org/drawingml/2006/main">
              <a:ext uri="{FF2B5EF4-FFF2-40B4-BE49-F238E27FC236}">
                <a16:creationId xmlns:a16="http://schemas.microsoft.com/office/drawing/2014/main" id="{62EBCD3C-BC45-4E1D-893C-2B152D54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1" name="04-09-body-3">
            <a:extLst xmlns:a="http://schemas.openxmlformats.org/drawingml/2006/main">
              <a:ext uri="{FF2B5EF4-FFF2-40B4-BE49-F238E27FC236}">
                <a16:creationId xmlns:a16="http://schemas.microsoft.com/office/drawing/2014/main" id="{622A0D55-EB74-44A3-9D4F-6515453B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부분 취소가 있는가</a:t>
            </a:r>
          </a:p>
        </p:txBody>
      </p:sp>
      <p:sp>
        <p:nvSpPr>
          <p:cNvPr id="12" name="04-09-bullet-4">
            <a:extLst xmlns:a="http://schemas.openxmlformats.org/drawingml/2006/main">
              <a:ext uri="{FF2B5EF4-FFF2-40B4-BE49-F238E27FC236}">
                <a16:creationId xmlns:a16="http://schemas.microsoft.com/office/drawing/2014/main" id="{55CC0527-4525-4F6A-985E-FB5B10D9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3" name="04-09-body-4">
            <a:extLst xmlns:a="http://schemas.openxmlformats.org/drawingml/2006/main">
              <a:ext uri="{FF2B5EF4-FFF2-40B4-BE49-F238E27FC236}">
                <a16:creationId xmlns:a16="http://schemas.microsoft.com/office/drawing/2014/main" id="{27389A86-2554-423F-9DA1-CAD45D8F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누가 취소할 수 있는가</a:t>
            </a:r>
          </a:p>
        </p:txBody>
      </p:sp>
      <p:sp>
        <p:nvSpPr>
          <p:cNvPr id="14" name="04-09-optional">
            <a:extLst xmlns:a="http://schemas.openxmlformats.org/drawingml/2006/main">
              <a:ext uri="{FF2B5EF4-FFF2-40B4-BE49-F238E27FC236}">
                <a16:creationId xmlns:a16="http://schemas.microsoft.com/office/drawing/2014/main" id="{9902DB47-2C38-47BA-9CEA-EC9986DC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40304130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4-10-footer-section">
            <a:extLst xmlns:a="http://schemas.openxmlformats.org/drawingml/2006/main">
              <a:ext uri="{FF2B5EF4-FFF2-40B4-BE49-F238E27FC236}">
                <a16:creationId xmlns:a16="http://schemas.microsoft.com/office/drawing/2014/main" id="{15595594-2CAE-473E-884D-8F6AF68C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1. 요구사항 합의</a:t>
            </a:r>
          </a:p>
        </p:txBody>
      </p:sp>
      <p:sp>
        <p:nvSpPr>
          <p:cNvPr id="2" name="04-10-footer-page">
            <a:extLst xmlns:a="http://schemas.openxmlformats.org/drawingml/2006/main">
              <a:ext uri="{FF2B5EF4-FFF2-40B4-BE49-F238E27FC236}">
                <a16:creationId xmlns:a16="http://schemas.microsoft.com/office/drawing/2014/main" id="{A25AF478-D390-4D9A-906D-20E3344E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58 / 70</a:t>
            </a:r>
          </a:p>
        </p:txBody>
      </p:sp>
      <p:sp>
        <p:nvSpPr>
          <p:cNvPr id="3" name="04-10-accent-rule">
            <a:extLst xmlns:a="http://schemas.openxmlformats.org/drawingml/2006/main">
              <a:ext uri="{FF2B5EF4-FFF2-40B4-BE49-F238E27FC236}">
                <a16:creationId xmlns:a16="http://schemas.microsoft.com/office/drawing/2014/main" id="{F2367809-E7BA-417B-BF7D-0DDE853F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0-title">
            <a:extLst xmlns:a="http://schemas.openxmlformats.org/drawingml/2006/main">
              <a:ext uri="{FF2B5EF4-FFF2-40B4-BE49-F238E27FC236}">
                <a16:creationId xmlns:a16="http://schemas.microsoft.com/office/drawing/2014/main" id="{3A8B8E4D-C3C7-43F2-96F9-3017E81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합의된 spec이 구현 전 정본이다</a:t>
            </a:r>
          </a:p>
        </p:txBody>
      </p:sp>
      <p:sp>
        <p:nvSpPr>
          <p:cNvPr id="5" name="04-10-number-1">
            <a:extLst xmlns:a="http://schemas.openxmlformats.org/drawingml/2006/main">
              <a:ext uri="{FF2B5EF4-FFF2-40B4-BE49-F238E27FC236}">
                <a16:creationId xmlns:a16="http://schemas.microsoft.com/office/drawing/2014/main" id="{9D25C29E-EC7A-42B2-A50F-B1E77448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04-10-rule-1">
            <a:extLst xmlns:a="http://schemas.openxmlformats.org/drawingml/2006/main">
              <a:ext uri="{FF2B5EF4-FFF2-40B4-BE49-F238E27FC236}">
                <a16:creationId xmlns:a16="http://schemas.microsoft.com/office/drawing/2014/main" id="{E522D802-0926-427F-B822-292431B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7" name="04-10-summary-1">
            <a:extLst xmlns:a="http://schemas.openxmlformats.org/drawingml/2006/main">
              <a:ext uri="{FF2B5EF4-FFF2-40B4-BE49-F238E27FC236}">
                <a16:creationId xmlns:a16="http://schemas.microsoft.com/office/drawing/2014/main" id="{0FD4A877-07A2-4D6B-BD07-96FB9C6A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526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배송 전에만 취소 가능</a:t>
            </a:r>
          </a:p>
        </p:txBody>
      </p:sp>
      <p:sp>
        <p:nvSpPr>
          <p:cNvPr id="8" name="04-10-number-2">
            <a:extLst xmlns:a="http://schemas.openxmlformats.org/drawingml/2006/main">
              <a:ext uri="{FF2B5EF4-FFF2-40B4-BE49-F238E27FC236}">
                <a16:creationId xmlns:a16="http://schemas.microsoft.com/office/drawing/2014/main" id="{258B3E3A-3655-4498-891A-35F2ADA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9" name="04-10-rule-2">
            <a:extLst xmlns:a="http://schemas.openxmlformats.org/drawingml/2006/main">
              <a:ext uri="{FF2B5EF4-FFF2-40B4-BE49-F238E27FC236}">
                <a16:creationId xmlns:a16="http://schemas.microsoft.com/office/drawing/2014/main" id="{C9B867DA-9515-4FB3-8223-43C3967C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04-10-summary-2">
            <a:extLst xmlns:a="http://schemas.openxmlformats.org/drawingml/2006/main">
              <a:ext uri="{FF2B5EF4-FFF2-40B4-BE49-F238E27FC236}">
                <a16:creationId xmlns:a16="http://schemas.microsoft.com/office/drawing/2014/main" id="{7D46BF6B-4A3D-4EB1-AC66-DE6DD002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부분 취소는 범위 밖</a:t>
            </a:r>
          </a:p>
        </p:txBody>
      </p:sp>
      <p:sp>
        <p:nvSpPr>
          <p:cNvPr id="11" name="04-10-number-3">
            <a:extLst xmlns:a="http://schemas.openxmlformats.org/drawingml/2006/main">
              <a:ext uri="{FF2B5EF4-FFF2-40B4-BE49-F238E27FC236}">
                <a16:creationId xmlns:a16="http://schemas.microsoft.com/office/drawing/2014/main" id="{02F6F8E0-9047-4BB7-9C54-3D71C082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04-10-rule-3">
            <a:extLst xmlns:a="http://schemas.openxmlformats.org/drawingml/2006/main">
              <a:ext uri="{FF2B5EF4-FFF2-40B4-BE49-F238E27FC236}">
                <a16:creationId xmlns:a16="http://schemas.microsoft.com/office/drawing/2014/main" id="{9C85CB59-903A-4862-932D-EBA7143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3" name="04-10-summary-3">
            <a:extLst xmlns:a="http://schemas.openxmlformats.org/drawingml/2006/main">
              <a:ext uri="{FF2B5EF4-FFF2-40B4-BE49-F238E27FC236}">
                <a16:creationId xmlns:a16="http://schemas.microsoft.com/office/drawing/2014/main" id="{8EFEE41B-80FA-48DF-9DAC-D8D68AED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909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결제 취소는 별도 이벤트</a:t>
            </a:r>
          </a:p>
        </p:txBody>
      </p:sp>
      <p:sp>
        <p:nvSpPr>
          <p:cNvPr id="14" name="04-10-number-4">
            <a:extLst xmlns:a="http://schemas.openxmlformats.org/drawingml/2006/main">
              <a:ext uri="{FF2B5EF4-FFF2-40B4-BE49-F238E27FC236}">
                <a16:creationId xmlns:a16="http://schemas.microsoft.com/office/drawing/2014/main" id="{8E2C6F8D-3A3D-4A18-9305-901384B0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5" name="04-10-rule-4">
            <a:extLst xmlns:a="http://schemas.openxmlformats.org/drawingml/2006/main">
              <a:ext uri="{FF2B5EF4-FFF2-40B4-BE49-F238E27FC236}">
                <a16:creationId xmlns:a16="http://schemas.microsoft.com/office/drawing/2014/main" id="{6E56ABF1-C849-4007-A5AA-C481F6D1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6" name="04-10-summary-4">
            <a:extLst xmlns:a="http://schemas.openxmlformats.org/drawingml/2006/main">
              <a:ext uri="{FF2B5EF4-FFF2-40B4-BE49-F238E27FC236}">
                <a16:creationId xmlns:a16="http://schemas.microsoft.com/office/drawing/2014/main" id="{EF814920-36B0-47D6-A25B-86069B78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10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성공: CANCELLED + 재고 복원</a:t>
            </a:r>
          </a:p>
        </p:txBody>
      </p:sp>
    </p:spTree>
    <p:extLst>
      <p:ext uri="{BB962C8B-B14F-4D97-AF65-F5344CB8AC3E}">
        <p14:creationId xmlns:p14="http://schemas.microsoft.com/office/powerpoint/2010/main" val="107746857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4-11-footer-section">
            <a:extLst xmlns:a="http://schemas.openxmlformats.org/drawingml/2006/main">
              <a:ext uri="{FF2B5EF4-FFF2-40B4-BE49-F238E27FC236}">
                <a16:creationId xmlns:a16="http://schemas.microsoft.com/office/drawing/2014/main" id="{12FAC9E0-A9A8-45D4-871B-6A6C308F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2. 구현 순서 설계</a:t>
            </a:r>
          </a:p>
        </p:txBody>
      </p:sp>
      <p:sp>
        <p:nvSpPr>
          <p:cNvPr id="2" name="04-11-footer-page">
            <a:extLst xmlns:a="http://schemas.openxmlformats.org/drawingml/2006/main">
              <a:ext uri="{FF2B5EF4-FFF2-40B4-BE49-F238E27FC236}">
                <a16:creationId xmlns:a16="http://schemas.microsoft.com/office/drawing/2014/main" id="{E72C2F9C-410B-4C7C-9D29-B1E14D32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59 / 70</a:t>
            </a:r>
          </a:p>
        </p:txBody>
      </p:sp>
      <p:sp>
        <p:nvSpPr>
          <p:cNvPr id="3" name="04-11-accent-rule">
            <a:extLst xmlns:a="http://schemas.openxmlformats.org/drawingml/2006/main">
              <a:ext uri="{FF2B5EF4-FFF2-40B4-BE49-F238E27FC236}">
                <a16:creationId xmlns:a16="http://schemas.microsoft.com/office/drawing/2014/main" id="{24C9845B-DD59-4B9D-BA91-6BC048AB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1-title">
            <a:extLst xmlns:a="http://schemas.openxmlformats.org/drawingml/2006/main">
              <a:ext uri="{FF2B5EF4-FFF2-40B4-BE49-F238E27FC236}">
                <a16:creationId xmlns:a16="http://schemas.microsoft.com/office/drawing/2014/main" id="{17D71F39-0E4E-4DB1-9413-CFA3329C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Plan은 검증 가능한 순서를 정하는 실행 계약이다</a:t>
            </a:r>
          </a:p>
        </p:txBody>
      </p:sp>
      <p:sp>
        <p:nvSpPr>
          <p:cNvPr id="5" name="04-11-bullet-1">
            <a:extLst xmlns:a="http://schemas.openxmlformats.org/drawingml/2006/main">
              <a:ext uri="{FF2B5EF4-FFF2-40B4-BE49-F238E27FC236}">
                <a16:creationId xmlns:a16="http://schemas.microsoft.com/office/drawing/2014/main" id="{8CB7F0EE-06D6-49E0-9016-90A7773F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4-11-body-1">
            <a:extLst xmlns:a="http://schemas.openxmlformats.org/drawingml/2006/main">
              <a:ext uri="{FF2B5EF4-FFF2-40B4-BE49-F238E27FC236}">
                <a16:creationId xmlns:a16="http://schemas.microsoft.com/office/drawing/2014/main" id="{2BA9808C-464C-441B-B6B4-B9270768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어떤 행동을 먼저 증명할까</a:t>
            </a:r>
          </a:p>
        </p:txBody>
      </p:sp>
      <p:sp>
        <p:nvSpPr>
          <p:cNvPr id="7" name="04-11-bullet-2">
            <a:extLst xmlns:a="http://schemas.openxmlformats.org/drawingml/2006/main">
              <a:ext uri="{FF2B5EF4-FFF2-40B4-BE49-F238E27FC236}">
                <a16:creationId xmlns:a16="http://schemas.microsoft.com/office/drawing/2014/main" id="{14DC60F8-2C67-48FC-A6AF-EF2C5095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4-11-body-2">
            <a:extLst xmlns:a="http://schemas.openxmlformats.org/drawingml/2006/main">
              <a:ext uri="{FF2B5EF4-FFF2-40B4-BE49-F238E27FC236}">
                <a16:creationId xmlns:a16="http://schemas.microsoft.com/office/drawing/2014/main" id="{C8D6997E-893F-4251-8FBE-F11AFA8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어느 파일과 테스트를 거칠까</a:t>
            </a:r>
          </a:p>
        </p:txBody>
      </p:sp>
      <p:sp>
        <p:nvSpPr>
          <p:cNvPr id="9" name="04-11-bullet-3">
            <a:extLst xmlns:a="http://schemas.openxmlformats.org/drawingml/2006/main">
              <a:ext uri="{FF2B5EF4-FFF2-40B4-BE49-F238E27FC236}">
                <a16:creationId xmlns:a16="http://schemas.microsoft.com/office/drawing/2014/main" id="{E6219A56-D8AE-4068-B144-1FD1AF60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4-11-body-3">
            <a:extLst xmlns:a="http://schemas.openxmlformats.org/drawingml/2006/main">
              <a:ext uri="{FF2B5EF4-FFF2-40B4-BE49-F238E27FC236}">
                <a16:creationId xmlns:a16="http://schemas.microsoft.com/office/drawing/2014/main" id="{55D926B6-49B1-40D3-A741-62BE735C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무엇이 선행되어야 할까</a:t>
            </a:r>
          </a:p>
        </p:txBody>
      </p:sp>
    </p:spTree>
    <p:extLst>
      <p:ext uri="{BB962C8B-B14F-4D97-AF65-F5344CB8AC3E}">
        <p14:creationId xmlns:p14="http://schemas.microsoft.com/office/powerpoint/2010/main" val="694557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4-12-footer-section">
            <a:extLst xmlns:a="http://schemas.openxmlformats.org/drawingml/2006/main">
              <a:ext uri="{FF2B5EF4-FFF2-40B4-BE49-F238E27FC236}">
                <a16:creationId xmlns:a16="http://schemas.microsoft.com/office/drawing/2014/main" id="{F4BA9FD0-7944-49B0-8B81-5A0807E1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2. 구현 순서 설계</a:t>
            </a:r>
          </a:p>
        </p:txBody>
      </p:sp>
      <p:sp>
        <p:nvSpPr>
          <p:cNvPr id="2" name="04-12-footer-page">
            <a:extLst xmlns:a="http://schemas.openxmlformats.org/drawingml/2006/main">
              <a:ext uri="{FF2B5EF4-FFF2-40B4-BE49-F238E27FC236}">
                <a16:creationId xmlns:a16="http://schemas.microsoft.com/office/drawing/2014/main" id="{F0E02DAA-D697-4727-98B5-F74A6634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60 / 70</a:t>
            </a:r>
          </a:p>
        </p:txBody>
      </p:sp>
      <p:sp>
        <p:nvSpPr>
          <p:cNvPr id="3" name="04-12-accent-rule">
            <a:extLst xmlns:a="http://schemas.openxmlformats.org/drawingml/2006/main">
              <a:ext uri="{FF2B5EF4-FFF2-40B4-BE49-F238E27FC236}">
                <a16:creationId xmlns:a16="http://schemas.microsoft.com/office/drawing/2014/main" id="{24703E2D-BAF3-4F63-B886-34164CCD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2-title">
            <a:extLst xmlns:a="http://schemas.openxmlformats.org/drawingml/2006/main">
              <a:ext uri="{FF2B5EF4-FFF2-40B4-BE49-F238E27FC236}">
                <a16:creationId xmlns:a16="http://schemas.microsoft.com/office/drawing/2014/main" id="{0458D942-A792-4E52-9A9E-BE34EFB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가장 큰 위험을 먼저 증명한다</a:t>
            </a:r>
          </a:p>
        </p:txBody>
      </p:sp>
      <p:sp>
        <p:nvSpPr>
          <p:cNvPr id="5" name="04-12-arrow-1">
            <a:extLst xmlns:a="http://schemas.openxmlformats.org/drawingml/2006/main">
              <a:ext uri="{FF2B5EF4-FFF2-40B4-BE49-F238E27FC236}">
                <a16:creationId xmlns:a16="http://schemas.microsoft.com/office/drawing/2014/main" id="{89B1A122-AC61-4451-AD5A-46ABD8BD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4-12-arrow-2">
            <a:extLst xmlns:a="http://schemas.openxmlformats.org/drawingml/2006/main">
              <a:ext uri="{FF2B5EF4-FFF2-40B4-BE49-F238E27FC236}">
                <a16:creationId xmlns:a16="http://schemas.microsoft.com/office/drawing/2014/main" id="{DA30ACA6-A128-49A9-A70C-D4A992F0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4-12-arrow-3">
            <a:extLst xmlns:a="http://schemas.openxmlformats.org/drawingml/2006/main">
              <a:ext uri="{FF2B5EF4-FFF2-40B4-BE49-F238E27FC236}">
                <a16:creationId xmlns:a16="http://schemas.microsoft.com/office/drawing/2014/main" id="{C6948CC3-3A9E-49EC-B506-1B613733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4-12-node-1">
            <a:extLst xmlns:a="http://schemas.openxmlformats.org/drawingml/2006/main">
              <a:ext uri="{FF2B5EF4-FFF2-40B4-BE49-F238E27FC236}">
                <a16:creationId xmlns:a16="http://schemas.microsoft.com/office/drawing/2014/main" id="{799E67E4-6F74-4166-AD1C-89B0485F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 전이</a:t>
            </a:r>
          </a:p>
        </p:txBody>
      </p:sp>
      <p:sp>
        <p:nvSpPr>
          <p:cNvPr id="9" name="04-12-node-2">
            <a:extLst xmlns:a="http://schemas.openxmlformats.org/drawingml/2006/main">
              <a:ext uri="{FF2B5EF4-FFF2-40B4-BE49-F238E27FC236}">
                <a16:creationId xmlns:a16="http://schemas.microsoft.com/office/drawing/2014/main" id="{F66B6AA8-87A3-40DE-997E-05727B6C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재고 복원</a:t>
            </a:r>
          </a:p>
        </p:txBody>
      </p:sp>
      <p:sp>
        <p:nvSpPr>
          <p:cNvPr id="10" name="04-12-node-3">
            <a:extLst xmlns:a="http://schemas.openxmlformats.org/drawingml/2006/main">
              <a:ext uri="{FF2B5EF4-FFF2-40B4-BE49-F238E27FC236}">
                <a16:creationId xmlns:a16="http://schemas.microsoft.com/office/drawing/2014/main" id="{0B6BEC47-B331-431B-A847-40AC2DF8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취소 이벤트</a:t>
            </a:r>
          </a:p>
        </p:txBody>
      </p:sp>
      <p:sp>
        <p:nvSpPr>
          <p:cNvPr id="11" name="04-12-node-4">
            <a:extLst xmlns:a="http://schemas.openxmlformats.org/drawingml/2006/main">
              <a:ext uri="{FF2B5EF4-FFF2-40B4-BE49-F238E27FC236}">
                <a16:creationId xmlns:a16="http://schemas.microsoft.com/office/drawing/2014/main" id="{EEF158C0-F311-49A8-A18B-1BF7D9C7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12" name="04-12-caption">
            <a:extLst xmlns:a="http://schemas.openxmlformats.org/drawingml/2006/main">
              <a:ext uri="{FF2B5EF4-FFF2-40B4-BE49-F238E27FC236}">
                <a16:creationId xmlns:a16="http://schemas.microsoft.com/office/drawing/2014/main" id="{FACDBD5C-ADF8-46AD-9590-C5106EC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배송 시작 후 취소 금지   ·   수량 복원   ·   결제 취소와 분리   ·   마지막에 연결</a:t>
            </a:r>
          </a:p>
        </p:txBody>
      </p:sp>
      <p:sp>
        <p:nvSpPr>
          <p:cNvPr id="13" name="04-12-optional">
            <a:extLst xmlns:a="http://schemas.openxmlformats.org/drawingml/2006/main">
              <a:ext uri="{FF2B5EF4-FFF2-40B4-BE49-F238E27FC236}">
                <a16:creationId xmlns:a16="http://schemas.microsoft.com/office/drawing/2014/main" id="{22E0811D-33F6-4C8C-858A-75D1DF9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82922197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4-13-footer-section">
            <a:extLst xmlns:a="http://schemas.openxmlformats.org/drawingml/2006/main">
              <a:ext uri="{FF2B5EF4-FFF2-40B4-BE49-F238E27FC236}">
                <a16:creationId xmlns:a16="http://schemas.microsoft.com/office/drawing/2014/main" id="{36487159-A534-4A29-850B-C1A8246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3. 구현 전 검토</a:t>
            </a:r>
          </a:p>
        </p:txBody>
      </p:sp>
      <p:sp>
        <p:nvSpPr>
          <p:cNvPr id="2" name="04-13-footer-page">
            <a:extLst xmlns:a="http://schemas.openxmlformats.org/drawingml/2006/main">
              <a:ext uri="{FF2B5EF4-FFF2-40B4-BE49-F238E27FC236}">
                <a16:creationId xmlns:a16="http://schemas.microsoft.com/office/drawing/2014/main" id="{75F467CB-7F76-4FB9-9FA0-B461B80A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61 / 70</a:t>
            </a:r>
          </a:p>
        </p:txBody>
      </p:sp>
      <p:sp>
        <p:nvSpPr>
          <p:cNvPr id="3" name="04-13-accent-rule">
            <a:extLst xmlns:a="http://schemas.openxmlformats.org/drawingml/2006/main">
              <a:ext uri="{FF2B5EF4-FFF2-40B4-BE49-F238E27FC236}">
                <a16:creationId xmlns:a16="http://schemas.microsoft.com/office/drawing/2014/main" id="{2EE79159-EEF1-4CAA-B1E0-FD4EC035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3-title">
            <a:extLst xmlns:a="http://schemas.openxmlformats.org/drawingml/2006/main">
              <a:ext uri="{FF2B5EF4-FFF2-40B4-BE49-F238E27FC236}">
                <a16:creationId xmlns:a16="http://schemas.microsoft.com/office/drawing/2014/main" id="{93BF8AE1-0756-4244-A346-B78D8153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 전에 오해를 잡는 것이 가장 싸다</a:t>
            </a:r>
          </a:p>
        </p:txBody>
      </p:sp>
      <p:sp>
        <p:nvSpPr>
          <p:cNvPr id="5" name="04-13-bullet-1">
            <a:extLst xmlns:a="http://schemas.openxmlformats.org/drawingml/2006/main">
              <a:ext uri="{FF2B5EF4-FFF2-40B4-BE49-F238E27FC236}">
                <a16:creationId xmlns:a16="http://schemas.microsoft.com/office/drawing/2014/main" id="{FF847CE0-0CB0-4C4A-9B38-3AA6E110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4-13-body-1">
            <a:extLst xmlns:a="http://schemas.openxmlformats.org/drawingml/2006/main">
              <a:ext uri="{FF2B5EF4-FFF2-40B4-BE49-F238E27FC236}">
                <a16:creationId xmlns:a16="http://schemas.microsoft.com/office/drawing/2014/main" id="{707FA4A8-97F3-448E-A795-3FE5554A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왜 이 설계인가</a:t>
            </a:r>
          </a:p>
        </p:txBody>
      </p:sp>
      <p:sp>
        <p:nvSpPr>
          <p:cNvPr id="7" name="04-13-bullet-2">
            <a:extLst xmlns:a="http://schemas.openxmlformats.org/drawingml/2006/main">
              <a:ext uri="{FF2B5EF4-FFF2-40B4-BE49-F238E27FC236}">
                <a16:creationId xmlns:a16="http://schemas.microsoft.com/office/drawing/2014/main" id="{2E04E709-68AC-4457-805C-0C3C27BC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4-13-body-2">
            <a:extLst xmlns:a="http://schemas.openxmlformats.org/drawingml/2006/main">
              <a:ext uri="{FF2B5EF4-FFF2-40B4-BE49-F238E27FC236}">
                <a16:creationId xmlns:a16="http://schemas.microsoft.com/office/drawing/2014/main" id="{8824AEF5-888B-4602-B49F-40D410FA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어떤 대안을 왜 기각했나</a:t>
            </a:r>
          </a:p>
        </p:txBody>
      </p:sp>
      <p:sp>
        <p:nvSpPr>
          <p:cNvPr id="9" name="04-13-bullet-3">
            <a:extLst xmlns:a="http://schemas.openxmlformats.org/drawingml/2006/main">
              <a:ext uri="{FF2B5EF4-FFF2-40B4-BE49-F238E27FC236}">
                <a16:creationId xmlns:a16="http://schemas.microsoft.com/office/drawing/2014/main" id="{2CA6C865-BCA2-4B73-941B-CD2524CC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4-13-body-3">
            <a:extLst xmlns:a="http://schemas.openxmlformats.org/drawingml/2006/main">
              <a:ext uri="{FF2B5EF4-FFF2-40B4-BE49-F238E27FC236}">
                <a16:creationId xmlns:a16="http://schemas.microsoft.com/office/drawing/2014/main" id="{8805E565-2473-4A51-AE70-84F3C1D1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9448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왜 이 task 순서인가</a:t>
            </a:r>
          </a:p>
        </p:txBody>
      </p:sp>
    </p:spTree>
    <p:extLst>
      <p:ext uri="{BB962C8B-B14F-4D97-AF65-F5344CB8AC3E}">
        <p14:creationId xmlns:p14="http://schemas.microsoft.com/office/powerpoint/2010/main" val="44376497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04-14-footer-section">
            <a:extLst xmlns:a="http://schemas.openxmlformats.org/drawingml/2006/main">
              <a:ext uri="{FF2B5EF4-FFF2-40B4-BE49-F238E27FC236}">
                <a16:creationId xmlns:a16="http://schemas.microsoft.com/office/drawing/2014/main" id="{20C8195C-614F-4690-9E39-7EFD20D6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3. 구현 전 검토</a:t>
            </a:r>
          </a:p>
        </p:txBody>
      </p:sp>
      <p:sp>
        <p:nvSpPr>
          <p:cNvPr id="2" name="04-14-footer-page">
            <a:extLst xmlns:a="http://schemas.openxmlformats.org/drawingml/2006/main">
              <a:ext uri="{FF2B5EF4-FFF2-40B4-BE49-F238E27FC236}">
                <a16:creationId xmlns:a16="http://schemas.microsoft.com/office/drawing/2014/main" id="{5BC11DFD-A5F4-48CB-9631-DA41A3EF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62 / 70</a:t>
            </a:r>
          </a:p>
        </p:txBody>
      </p:sp>
      <p:sp>
        <p:nvSpPr>
          <p:cNvPr id="3" name="04-14-accent-rule">
            <a:extLst xmlns:a="http://schemas.openxmlformats.org/drawingml/2006/main">
              <a:ext uri="{FF2B5EF4-FFF2-40B4-BE49-F238E27FC236}">
                <a16:creationId xmlns:a16="http://schemas.microsoft.com/office/drawing/2014/main" id="{36982A48-3EE4-4AF7-AFD9-FBD4CD44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4-title">
            <a:extLst xmlns:a="http://schemas.openxmlformats.org/drawingml/2006/main">
              <a:ext uri="{FF2B5EF4-FFF2-40B4-BE49-F238E27FC236}">
                <a16:creationId xmlns:a16="http://schemas.microsoft.com/office/drawing/2014/main" id="{CB9D2182-824B-4C47-BD38-4A6B89A4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결제 취소를 같은 트랜잭션에 넣지 않은 이유</a:t>
            </a:r>
          </a:p>
        </p:txBody>
      </p:sp>
      <p:sp>
        <p:nvSpPr>
          <p:cNvPr id="5" name="04-14-bullet-1">
            <a:extLst xmlns:a="http://schemas.openxmlformats.org/drawingml/2006/main">
              <a:ext uri="{FF2B5EF4-FFF2-40B4-BE49-F238E27FC236}">
                <a16:creationId xmlns:a16="http://schemas.microsoft.com/office/drawing/2014/main" id="{B5A72BB3-759D-483F-8490-62C774D8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4-14-body-1">
            <a:extLst xmlns:a="http://schemas.openxmlformats.org/drawingml/2006/main">
              <a:ext uri="{FF2B5EF4-FFF2-40B4-BE49-F238E27FC236}">
                <a16:creationId xmlns:a16="http://schemas.microsoft.com/office/drawing/2014/main" id="{82B7A519-61C7-4EE5-ADCC-228FC94F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외부 PG 호출은 실패할 수 있다</a:t>
            </a:r>
          </a:p>
        </p:txBody>
      </p:sp>
      <p:sp>
        <p:nvSpPr>
          <p:cNvPr id="7" name="04-14-bullet-2">
            <a:extLst xmlns:a="http://schemas.openxmlformats.org/drawingml/2006/main">
              <a:ext uri="{FF2B5EF4-FFF2-40B4-BE49-F238E27FC236}">
                <a16:creationId xmlns:a16="http://schemas.microsoft.com/office/drawing/2014/main" id="{975DF102-529C-4B52-B93C-F3FBB754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4-14-body-2">
            <a:extLst xmlns:a="http://schemas.openxmlformats.org/drawingml/2006/main">
              <a:ext uri="{FF2B5EF4-FFF2-40B4-BE49-F238E27FC236}">
                <a16:creationId xmlns:a16="http://schemas.microsoft.com/office/drawing/2014/main" id="{7151D490-E594-43A8-A6FD-2EB2A22F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주문 취소 자체는 완료되어야 한다</a:t>
            </a:r>
          </a:p>
        </p:txBody>
      </p:sp>
      <p:sp>
        <p:nvSpPr>
          <p:cNvPr id="9" name="04-14-bullet-3">
            <a:extLst xmlns:a="http://schemas.openxmlformats.org/drawingml/2006/main">
              <a:ext uri="{FF2B5EF4-FFF2-40B4-BE49-F238E27FC236}">
                <a16:creationId xmlns:a16="http://schemas.microsoft.com/office/drawing/2014/main" id="{AFAA5194-AFDB-4D5C-8C2F-23440862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4-14-body-3">
            <a:extLst xmlns:a="http://schemas.openxmlformats.org/drawingml/2006/main">
              <a:ext uri="{FF2B5EF4-FFF2-40B4-BE49-F238E27FC236}">
                <a16:creationId xmlns:a16="http://schemas.microsoft.com/office/drawing/2014/main" id="{158819AB-52EB-4786-8493-6FEB74B3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트랜잭션 커밋 후 이벤트로 넘긴다</a:t>
            </a:r>
          </a:p>
        </p:txBody>
      </p:sp>
      <p:sp>
        <p:nvSpPr>
          <p:cNvPr id="11" name="04-14-optional">
            <a:extLst xmlns:a="http://schemas.openxmlformats.org/drawingml/2006/main">
              <a:ext uri="{FF2B5EF4-FFF2-40B4-BE49-F238E27FC236}">
                <a16:creationId xmlns:a16="http://schemas.microsoft.com/office/drawing/2014/main" id="{06CAFCE5-9787-4FB3-A007-15053F39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4745107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4-15-footer-section">
            <a:extLst xmlns:a="http://schemas.openxmlformats.org/drawingml/2006/main">
              <a:ext uri="{FF2B5EF4-FFF2-40B4-BE49-F238E27FC236}">
                <a16:creationId xmlns:a16="http://schemas.microsoft.com/office/drawing/2014/main" id="{E4935364-2EBA-4823-B9F4-7E1D86B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4. 구현·검증</a:t>
            </a:r>
          </a:p>
        </p:txBody>
      </p:sp>
      <p:sp>
        <p:nvSpPr>
          <p:cNvPr id="2" name="04-15-footer-page">
            <a:extLst xmlns:a="http://schemas.openxmlformats.org/drawingml/2006/main">
              <a:ext uri="{FF2B5EF4-FFF2-40B4-BE49-F238E27FC236}">
                <a16:creationId xmlns:a16="http://schemas.microsoft.com/office/drawing/2014/main" id="{BFF77C1E-205C-4698-AB18-2EC7CBBF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63 / 70</a:t>
            </a:r>
          </a:p>
        </p:txBody>
      </p:sp>
      <p:sp>
        <p:nvSpPr>
          <p:cNvPr id="3" name="04-15-accent-rule">
            <a:extLst xmlns:a="http://schemas.openxmlformats.org/drawingml/2006/main">
              <a:ext uri="{FF2B5EF4-FFF2-40B4-BE49-F238E27FC236}">
                <a16:creationId xmlns:a16="http://schemas.microsoft.com/office/drawing/2014/main" id="{41AA7984-61AB-46A5-8660-A07CD037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5-title">
            <a:extLst xmlns:a="http://schemas.openxmlformats.org/drawingml/2006/main">
              <a:ext uri="{FF2B5EF4-FFF2-40B4-BE49-F238E27FC236}">
                <a16:creationId xmlns:a16="http://schemas.microsoft.com/office/drawing/2014/main" id="{90F1DB33-FB75-423B-B557-066F3D9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실패하는 테스트와 최소 코드로 task를 닫는다</a:t>
            </a:r>
          </a:p>
        </p:txBody>
      </p:sp>
      <p:sp>
        <p:nvSpPr>
          <p:cNvPr id="5" name="04-15-arrow-1">
            <a:extLst xmlns:a="http://schemas.openxmlformats.org/drawingml/2006/main">
              <a:ext uri="{FF2B5EF4-FFF2-40B4-BE49-F238E27FC236}">
                <a16:creationId xmlns:a16="http://schemas.microsoft.com/office/drawing/2014/main" id="{A61F1F70-9B4A-4994-ACDA-C3CD4958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4-15-arrow-2">
            <a:extLst xmlns:a="http://schemas.openxmlformats.org/drawingml/2006/main">
              <a:ext uri="{FF2B5EF4-FFF2-40B4-BE49-F238E27FC236}">
                <a16:creationId xmlns:a16="http://schemas.microsoft.com/office/drawing/2014/main" id="{AD808E83-B386-4F45-8F84-8D6B33E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4-15-arrow-3">
            <a:extLst xmlns:a="http://schemas.openxmlformats.org/drawingml/2006/main">
              <a:ext uri="{FF2B5EF4-FFF2-40B4-BE49-F238E27FC236}">
                <a16:creationId xmlns:a16="http://schemas.microsoft.com/office/drawing/2014/main" id="{D8E4C4EB-D731-4585-B665-12ADC7D0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4-15-arrow-4">
            <a:extLst xmlns:a="http://schemas.openxmlformats.org/drawingml/2006/main">
              <a:ext uri="{FF2B5EF4-FFF2-40B4-BE49-F238E27FC236}">
                <a16:creationId xmlns:a16="http://schemas.microsoft.com/office/drawing/2014/main" id="{2F3E2BE1-A3F5-4672-9228-4B9537F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9" name="04-15-node-1">
            <a:extLst xmlns:a="http://schemas.openxmlformats.org/drawingml/2006/main">
              <a:ext uri="{FF2B5EF4-FFF2-40B4-BE49-F238E27FC236}">
                <a16:creationId xmlns:a16="http://schemas.microsoft.com/office/drawing/2014/main" id="{07CDA655-ECD6-4ABD-A54E-D9F75BA2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실패 테스트</a:t>
            </a:r>
          </a:p>
        </p:txBody>
      </p:sp>
      <p:sp>
        <p:nvSpPr>
          <p:cNvPr id="10" name="04-15-node-2">
            <a:extLst xmlns:a="http://schemas.openxmlformats.org/drawingml/2006/main">
              <a:ext uri="{FF2B5EF4-FFF2-40B4-BE49-F238E27FC236}">
                <a16:creationId xmlns:a16="http://schemas.microsoft.com/office/drawing/2014/main" id="{A26EE362-8335-437C-BE5C-7AC4A13E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의도한 실패</a:t>
            </a:r>
          </a:p>
        </p:txBody>
      </p:sp>
      <p:sp>
        <p:nvSpPr>
          <p:cNvPr id="11" name="04-15-node-3">
            <a:extLst xmlns:a="http://schemas.openxmlformats.org/drawingml/2006/main">
              <a:ext uri="{FF2B5EF4-FFF2-40B4-BE49-F238E27FC236}">
                <a16:creationId xmlns:a16="http://schemas.microsoft.com/office/drawing/2014/main" id="{52E010B4-927D-4639-A5E4-E8E48EEF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최소 코드</a:t>
            </a:r>
          </a:p>
        </p:txBody>
      </p:sp>
      <p:sp>
        <p:nvSpPr>
          <p:cNvPr id="12" name="04-15-node-4">
            <a:extLst xmlns:a="http://schemas.openxmlformats.org/drawingml/2006/main">
              <a:ext uri="{FF2B5EF4-FFF2-40B4-BE49-F238E27FC236}">
                <a16:creationId xmlns:a16="http://schemas.microsoft.com/office/drawing/2014/main" id="{9B5A1853-9699-4F53-B03F-02D0931B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관련 테스트</a:t>
            </a:r>
          </a:p>
        </p:txBody>
      </p:sp>
      <p:sp>
        <p:nvSpPr>
          <p:cNvPr id="13" name="04-15-node-5">
            <a:extLst xmlns:a="http://schemas.openxmlformats.org/drawingml/2006/main">
              <a:ext uri="{FF2B5EF4-FFF2-40B4-BE49-F238E27FC236}">
                <a16:creationId xmlns:a16="http://schemas.microsoft.com/office/drawing/2014/main" id="{0B52E8CB-6DC6-4A6A-B01D-C67836DF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리뷰</a:t>
            </a:r>
          </a:p>
        </p:txBody>
      </p:sp>
      <p:sp>
        <p:nvSpPr>
          <p:cNvPr id="14" name="04-15-caption">
            <a:extLst xmlns:a="http://schemas.openxmlformats.org/drawingml/2006/main">
              <a:ext uri="{FF2B5EF4-FFF2-40B4-BE49-F238E27FC236}">
                <a16:creationId xmlns:a16="http://schemas.microsoft.com/office/drawing/2014/main" id="{A0C6228F-ED38-46C7-9A0B-150EFD85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생성 → 검증 → 수정 → 재검증이 실제로 도는 자리</a:t>
            </a:r>
          </a:p>
        </p:txBody>
      </p:sp>
    </p:spTree>
    <p:extLst>
      <p:ext uri="{BB962C8B-B14F-4D97-AF65-F5344CB8AC3E}">
        <p14:creationId xmlns:p14="http://schemas.microsoft.com/office/powerpoint/2010/main" val="107492342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4-16-footer-section">
            <a:extLst xmlns:a="http://schemas.openxmlformats.org/drawingml/2006/main">
              <a:ext uri="{FF2B5EF4-FFF2-40B4-BE49-F238E27FC236}">
                <a16:creationId xmlns:a16="http://schemas.microsoft.com/office/drawing/2014/main" id="{71153AEB-9654-43FA-8439-B7CE3276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4. 구현·검증</a:t>
            </a:r>
          </a:p>
        </p:txBody>
      </p:sp>
      <p:sp>
        <p:nvSpPr>
          <p:cNvPr id="2" name="04-16-footer-page">
            <a:extLst xmlns:a="http://schemas.openxmlformats.org/drawingml/2006/main">
              <a:ext uri="{FF2B5EF4-FFF2-40B4-BE49-F238E27FC236}">
                <a16:creationId xmlns:a16="http://schemas.microsoft.com/office/drawing/2014/main" id="{FD65D2EE-FC6D-47A7-B47C-3EA7C9BE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64 / 70</a:t>
            </a:r>
          </a:p>
        </p:txBody>
      </p:sp>
      <p:sp>
        <p:nvSpPr>
          <p:cNvPr id="3" name="04-16-accent-rule">
            <a:extLst xmlns:a="http://schemas.openxmlformats.org/drawingml/2006/main">
              <a:ext uri="{FF2B5EF4-FFF2-40B4-BE49-F238E27FC236}">
                <a16:creationId xmlns:a16="http://schemas.microsoft.com/office/drawing/2014/main" id="{3C1A2FD4-9F4A-4184-8BE1-54C6CCA0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6-title">
            <a:extLst xmlns:a="http://schemas.openxmlformats.org/drawingml/2006/main">
              <a:ext uri="{FF2B5EF4-FFF2-40B4-BE49-F238E27FC236}">
                <a16:creationId xmlns:a16="http://schemas.microsoft.com/office/drawing/2014/main" id="{7277F021-6260-4E62-AA12-A63E61D8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‘배송이 시작된 주문은 취소할 수 없다’를 먼저 증명한다</a:t>
            </a:r>
          </a:p>
        </p:txBody>
      </p:sp>
      <p:sp>
        <p:nvSpPr>
          <p:cNvPr id="5" name="04-16-bullet-1">
            <a:extLst xmlns:a="http://schemas.openxmlformats.org/drawingml/2006/main">
              <a:ext uri="{FF2B5EF4-FFF2-40B4-BE49-F238E27FC236}">
                <a16:creationId xmlns:a16="http://schemas.microsoft.com/office/drawing/2014/main" id="{1B878219-5994-4B47-BC51-A8E083F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6" name="04-16-body-1">
            <a:extLst xmlns:a="http://schemas.openxmlformats.org/drawingml/2006/main">
              <a:ext uri="{FF2B5EF4-FFF2-40B4-BE49-F238E27FC236}">
                <a16:creationId xmlns:a16="http://schemas.microsoft.com/office/drawing/2014/main" id="{3B4129B1-F3CD-4EF4-B7E1-29576A28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테스트를 작성한다</a:t>
            </a:r>
          </a:p>
        </p:txBody>
      </p:sp>
      <p:sp>
        <p:nvSpPr>
          <p:cNvPr id="7" name="04-16-bullet-2">
            <a:extLst xmlns:a="http://schemas.openxmlformats.org/drawingml/2006/main">
              <a:ext uri="{FF2B5EF4-FFF2-40B4-BE49-F238E27FC236}">
                <a16:creationId xmlns:a16="http://schemas.microsoft.com/office/drawing/2014/main" id="{2B6B9156-D392-460F-AF66-90B76BDD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8" name="04-16-body-2">
            <a:extLst xmlns:a="http://schemas.openxmlformats.org/drawingml/2006/main">
              <a:ext uri="{FF2B5EF4-FFF2-40B4-BE49-F238E27FC236}">
                <a16:creationId xmlns:a16="http://schemas.microsoft.com/office/drawing/2014/main" id="{5137943C-9A3E-488B-82D1-6BF9E20C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빨갛게 실패하는지 확인한다</a:t>
            </a:r>
          </a:p>
        </p:txBody>
      </p:sp>
      <p:sp>
        <p:nvSpPr>
          <p:cNvPr id="9" name="04-16-bullet-3">
            <a:extLst xmlns:a="http://schemas.openxmlformats.org/drawingml/2006/main">
              <a:ext uri="{FF2B5EF4-FFF2-40B4-BE49-F238E27FC236}">
                <a16:creationId xmlns:a16="http://schemas.microsoft.com/office/drawing/2014/main" id="{553A4FEA-E20B-4F8D-B066-25E52187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0" name="04-16-body-3">
            <a:extLst xmlns:a="http://schemas.openxmlformats.org/drawingml/2006/main">
              <a:ext uri="{FF2B5EF4-FFF2-40B4-BE49-F238E27FC236}">
                <a16:creationId xmlns:a16="http://schemas.microsoft.com/office/drawing/2014/main" id="{6A103BAD-2897-4CDB-B75C-D2550BB5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상태 전이 가드를 추가한다</a:t>
            </a:r>
          </a:p>
        </p:txBody>
      </p:sp>
      <p:sp>
        <p:nvSpPr>
          <p:cNvPr id="11" name="04-16-bullet-4">
            <a:extLst xmlns:a="http://schemas.openxmlformats.org/drawingml/2006/main">
              <a:ext uri="{FF2B5EF4-FFF2-40B4-BE49-F238E27FC236}">
                <a16:creationId xmlns:a16="http://schemas.microsoft.com/office/drawing/2014/main" id="{C69C3489-E35A-4209-AFCF-8C3555BF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12" name="04-16-body-4">
            <a:extLst xmlns:a="http://schemas.openxmlformats.org/drawingml/2006/main">
              <a:ext uri="{FF2B5EF4-FFF2-40B4-BE49-F238E27FC236}">
                <a16:creationId xmlns:a16="http://schemas.microsoft.com/office/drawing/2014/main" id="{46D78073-C5DA-4F39-8E9E-EE2CCCD5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963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다시 실행해 통과시킨다</a:t>
            </a:r>
          </a:p>
        </p:txBody>
      </p:sp>
      <p:sp>
        <p:nvSpPr>
          <p:cNvPr id="13" name="04-16-optional">
            <a:extLst xmlns:a="http://schemas.openxmlformats.org/drawingml/2006/main">
              <a:ext uri="{FF2B5EF4-FFF2-40B4-BE49-F238E27FC236}">
                <a16:creationId xmlns:a16="http://schemas.microsoft.com/office/drawing/2014/main" id="{1FAC0452-DA90-4526-AAE7-9BB16117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1217473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4-17-footer-section">
            <a:extLst xmlns:a="http://schemas.openxmlformats.org/drawingml/2006/main">
              <a:ext uri="{FF2B5EF4-FFF2-40B4-BE49-F238E27FC236}">
                <a16:creationId xmlns:a16="http://schemas.microsoft.com/office/drawing/2014/main" id="{B05F8F33-FC2C-487E-A977-9EDA7A9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4. 구현·검증</a:t>
            </a:r>
          </a:p>
        </p:txBody>
      </p:sp>
      <p:sp>
        <p:nvSpPr>
          <p:cNvPr id="2" name="04-17-footer-page">
            <a:extLst xmlns:a="http://schemas.openxmlformats.org/drawingml/2006/main">
              <a:ext uri="{FF2B5EF4-FFF2-40B4-BE49-F238E27FC236}">
                <a16:creationId xmlns:a16="http://schemas.microsoft.com/office/drawing/2014/main" id="{AB1A63F4-27FB-4257-A5FD-AD4E2101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65 / 70</a:t>
            </a:r>
          </a:p>
        </p:txBody>
      </p:sp>
      <p:sp>
        <p:nvSpPr>
          <p:cNvPr id="3" name="04-17-accent-rule">
            <a:extLst xmlns:a="http://schemas.openxmlformats.org/drawingml/2006/main">
              <a:ext uri="{FF2B5EF4-FFF2-40B4-BE49-F238E27FC236}">
                <a16:creationId xmlns:a16="http://schemas.microsoft.com/office/drawing/2014/main" id="{079BBFD9-9DBB-4632-8EFF-80898CB5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7-title">
            <a:extLst xmlns:a="http://schemas.openxmlformats.org/drawingml/2006/main">
              <a:ext uri="{FF2B5EF4-FFF2-40B4-BE49-F238E27FC236}">
                <a16:creationId xmlns:a16="http://schemas.microsoft.com/office/drawing/2014/main" id="{C364661F-75AB-4CC8-B548-FED0147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구현이 끝나면 정본의 질문이 달라진다</a:t>
            </a:r>
          </a:p>
        </p:txBody>
      </p:sp>
      <p:sp>
        <p:nvSpPr>
          <p:cNvPr id="5" name="04-17-divider">
            <a:extLst xmlns:a="http://schemas.openxmlformats.org/drawingml/2006/main">
              <a:ext uri="{FF2B5EF4-FFF2-40B4-BE49-F238E27FC236}">
                <a16:creationId xmlns:a16="http://schemas.microsoft.com/office/drawing/2014/main" id="{AAB25C94-BB29-44A9-B197-8777973F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4-17-left-heading">
            <a:extLst xmlns:a="http://schemas.openxmlformats.org/drawingml/2006/main">
              <a:ext uri="{FF2B5EF4-FFF2-40B4-BE49-F238E27FC236}">
                <a16:creationId xmlns:a16="http://schemas.microsoft.com/office/drawing/2014/main" id="{CC1DDDE4-917B-477C-B26C-068BAD1A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구현 전</a:t>
            </a:r>
          </a:p>
        </p:txBody>
      </p:sp>
      <p:sp>
        <p:nvSpPr>
          <p:cNvPr id="7" name="04-17-left-dot-1">
            <a:extLst xmlns:a="http://schemas.openxmlformats.org/drawingml/2006/main">
              <a:ext uri="{FF2B5EF4-FFF2-40B4-BE49-F238E27FC236}">
                <a16:creationId xmlns:a16="http://schemas.microsoft.com/office/drawing/2014/main" id="{C4B35FCD-AE60-4699-8E9D-35579255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4-17-left-line-1">
            <a:extLst xmlns:a="http://schemas.openxmlformats.org/drawingml/2006/main">
              <a:ext uri="{FF2B5EF4-FFF2-40B4-BE49-F238E27FC236}">
                <a16:creationId xmlns:a16="http://schemas.microsoft.com/office/drawing/2014/main" id="{20AF764A-BC2A-421C-97EB-C91FEB72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spec — 무엇을 만들기로 했나</a:t>
            </a:r>
          </a:p>
        </p:txBody>
      </p:sp>
      <p:sp>
        <p:nvSpPr>
          <p:cNvPr id="9" name="04-17-left-dot-2">
            <a:extLst xmlns:a="http://schemas.openxmlformats.org/drawingml/2006/main">
              <a:ext uri="{FF2B5EF4-FFF2-40B4-BE49-F238E27FC236}">
                <a16:creationId xmlns:a16="http://schemas.microsoft.com/office/drawing/2014/main" id="{94886C09-77BD-4635-B65E-0A2CDF14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4-17-left-line-2">
            <a:extLst xmlns:a="http://schemas.openxmlformats.org/drawingml/2006/main">
              <a:ext uri="{FF2B5EF4-FFF2-40B4-BE49-F238E27FC236}">
                <a16:creationId xmlns:a16="http://schemas.microsoft.com/office/drawing/2014/main" id="{8D062D08-68A3-48DB-A4C5-21C830CF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plan — 어떤 순서로 만들까</a:t>
            </a:r>
          </a:p>
        </p:txBody>
      </p:sp>
      <p:sp>
        <p:nvSpPr>
          <p:cNvPr id="11" name="04-17-left-dot-3">
            <a:extLst xmlns:a="http://schemas.openxmlformats.org/drawingml/2006/main">
              <a:ext uri="{FF2B5EF4-FFF2-40B4-BE49-F238E27FC236}">
                <a16:creationId xmlns:a16="http://schemas.microsoft.com/office/drawing/2014/main" id="{7CF6C50B-81BA-4103-A83B-D6EB5357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4-17-left-line-3">
            <a:extLst xmlns:a="http://schemas.openxmlformats.org/drawingml/2006/main">
              <a:ext uri="{FF2B5EF4-FFF2-40B4-BE49-F238E27FC236}">
                <a16:creationId xmlns:a16="http://schemas.microsoft.com/office/drawing/2014/main" id="{51C40B8B-71EF-4066-8567-E52A58E0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explained — 왜 이 설계인가</a:t>
            </a:r>
          </a:p>
        </p:txBody>
      </p:sp>
      <p:sp>
        <p:nvSpPr>
          <p:cNvPr id="13" name="04-17-right-heading">
            <a:extLst xmlns:a="http://schemas.openxmlformats.org/drawingml/2006/main">
              <a:ext uri="{FF2B5EF4-FFF2-40B4-BE49-F238E27FC236}">
                <a16:creationId xmlns:a16="http://schemas.microsoft.com/office/drawing/2014/main" id="{42B0647F-D5CB-4C20-8C36-9979FB6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구현 후</a:t>
            </a:r>
          </a:p>
        </p:txBody>
      </p:sp>
      <p:sp>
        <p:nvSpPr>
          <p:cNvPr id="14" name="04-17-right-dot-1">
            <a:extLst xmlns:a="http://schemas.openxmlformats.org/drawingml/2006/main">
              <a:ext uri="{FF2B5EF4-FFF2-40B4-BE49-F238E27FC236}">
                <a16:creationId xmlns:a16="http://schemas.microsoft.com/office/drawing/2014/main" id="{EF6CA097-542F-4829-A3BF-9E410693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4-17-right-line-1">
            <a:extLst xmlns:a="http://schemas.openxmlformats.org/drawingml/2006/main">
              <a:ext uri="{FF2B5EF4-FFF2-40B4-BE49-F238E27FC236}">
                <a16:creationId xmlns:a16="http://schemas.microsoft.com/office/drawing/2014/main" id="{5D0CEB67-AA63-4C26-BBDD-9414312E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실제 소스코드 — 지금 뭐가 도나</a:t>
            </a:r>
          </a:p>
        </p:txBody>
      </p:sp>
      <p:sp>
        <p:nvSpPr>
          <p:cNvPr id="16" name="04-17-right-dot-2">
            <a:extLst xmlns:a="http://schemas.openxmlformats.org/drawingml/2006/main">
              <a:ext uri="{FF2B5EF4-FFF2-40B4-BE49-F238E27FC236}">
                <a16:creationId xmlns:a16="http://schemas.microsoft.com/office/drawing/2014/main" id="{1704D308-E0F1-450B-A655-90EA6C8B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4-17-right-line-2">
            <a:extLst xmlns:a="http://schemas.openxmlformats.org/drawingml/2006/main">
              <a:ext uri="{FF2B5EF4-FFF2-40B4-BE49-F238E27FC236}">
                <a16:creationId xmlns:a16="http://schemas.microsoft.com/office/drawing/2014/main" id="{710548A4-A61D-484E-8867-B610EFCB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테스트 — 어떤 행동이 증명됐나</a:t>
            </a:r>
          </a:p>
        </p:txBody>
      </p:sp>
      <p:sp>
        <p:nvSpPr>
          <p:cNvPr id="18" name="04-17-right-dot-3">
            <a:extLst xmlns:a="http://schemas.openxmlformats.org/drawingml/2006/main">
              <a:ext uri="{FF2B5EF4-FFF2-40B4-BE49-F238E27FC236}">
                <a16:creationId xmlns:a16="http://schemas.microsoft.com/office/drawing/2014/main" id="{96389661-D3F7-44C4-BCE9-D461CB01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4-17-right-line-3">
            <a:extLst xmlns:a="http://schemas.openxmlformats.org/drawingml/2006/main">
              <a:ext uri="{FF2B5EF4-FFF2-40B4-BE49-F238E27FC236}">
                <a16:creationId xmlns:a16="http://schemas.microsoft.com/office/drawing/2014/main" id="{E3C55AC6-0FCC-4E10-9DB8-29EB24E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plan — 관련 파일을 찾는 지도</a:t>
            </a:r>
          </a:p>
        </p:txBody>
      </p:sp>
    </p:spTree>
    <p:extLst>
      <p:ext uri="{BB962C8B-B14F-4D97-AF65-F5344CB8AC3E}">
        <p14:creationId xmlns:p14="http://schemas.microsoft.com/office/powerpoint/2010/main" val="181118833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4-18-footer-section">
            <a:extLst xmlns:a="http://schemas.openxmlformats.org/drawingml/2006/main">
              <a:ext uri="{FF2B5EF4-FFF2-40B4-BE49-F238E27FC236}">
                <a16:creationId xmlns:a16="http://schemas.microsoft.com/office/drawing/2014/main" id="{7D650FAE-0697-42C0-AF12-358B09FE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5. 흐름 복원</a:t>
            </a:r>
          </a:p>
        </p:txBody>
      </p:sp>
      <p:sp>
        <p:nvSpPr>
          <p:cNvPr id="2" name="04-18-footer-page">
            <a:extLst xmlns:a="http://schemas.openxmlformats.org/drawingml/2006/main">
              <a:ext uri="{FF2B5EF4-FFF2-40B4-BE49-F238E27FC236}">
                <a16:creationId xmlns:a16="http://schemas.microsoft.com/office/drawing/2014/main" id="{914BF399-B480-4FFE-8E3E-0927931F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66 / 70</a:t>
            </a:r>
          </a:p>
        </p:txBody>
      </p:sp>
      <p:sp>
        <p:nvSpPr>
          <p:cNvPr id="3" name="04-18-accent-rule">
            <a:extLst xmlns:a="http://schemas.openxmlformats.org/drawingml/2006/main">
              <a:ext uri="{FF2B5EF4-FFF2-40B4-BE49-F238E27FC236}">
                <a16:creationId xmlns:a16="http://schemas.microsoft.com/office/drawing/2014/main" id="{5E637198-E514-43F6-BF77-ED608400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8-title">
            <a:extLst xmlns:a="http://schemas.openxmlformats.org/drawingml/2006/main">
              <a:ext uri="{FF2B5EF4-FFF2-40B4-BE49-F238E27FC236}">
                <a16:creationId xmlns:a16="http://schemas.microsoft.com/office/drawing/2014/main" id="{35BDB059-EC1E-4B22-AC78-9FE488B5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실제 코드에서 front → back → db → back → front를 되읽는다</a:t>
            </a:r>
          </a:p>
        </p:txBody>
      </p:sp>
      <p:sp>
        <p:nvSpPr>
          <p:cNvPr id="5" name="04-18-arrow-1">
            <a:extLst xmlns:a="http://schemas.openxmlformats.org/drawingml/2006/main">
              <a:ext uri="{FF2B5EF4-FFF2-40B4-BE49-F238E27FC236}">
                <a16:creationId xmlns:a16="http://schemas.microsoft.com/office/drawing/2014/main" id="{51388D84-AAC1-4778-A999-99100200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9077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6" name="04-18-arrow-2">
            <a:extLst xmlns:a="http://schemas.openxmlformats.org/drawingml/2006/main">
              <a:ext uri="{FF2B5EF4-FFF2-40B4-BE49-F238E27FC236}">
                <a16:creationId xmlns:a16="http://schemas.microsoft.com/office/drawing/2014/main" id="{8EF6CEFD-5A40-4A47-AD53-8953A3CA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9077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7" name="04-18-arrow-3a">
            <a:extLst xmlns:a="http://schemas.openxmlformats.org/drawingml/2006/main">
              <a:ext uri="{FF2B5EF4-FFF2-40B4-BE49-F238E27FC236}">
                <a16:creationId xmlns:a16="http://schemas.microsoft.com/office/drawing/2014/main" id="{CB84FBF2-112C-45F1-A588-E45B731A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28925"/>
            <a:ext cx="0" cy="742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8" name="04-18-arrow-4">
            <a:extLst xmlns:a="http://schemas.openxmlformats.org/drawingml/2006/main">
              <a:ext uri="{FF2B5EF4-FFF2-40B4-BE49-F238E27FC236}">
                <a16:creationId xmlns:a16="http://schemas.microsoft.com/office/drawing/2014/main" id="{1D28E27A-E366-4AA7-8091-722CFEA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9" name="04-18-arrow-5">
            <a:extLst xmlns:a="http://schemas.openxmlformats.org/drawingml/2006/main">
              <a:ext uri="{FF2B5EF4-FFF2-40B4-BE49-F238E27FC236}">
                <a16:creationId xmlns:a16="http://schemas.microsoft.com/office/drawing/2014/main" id="{E3B0FE8B-7888-4568-A71C-E130BA9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190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878C7"/>
            </a:solidFill>
            <a:prstDash val="solid"/>
          </a:ln>
        </p:spPr>
      </p:sp>
      <p:sp>
        <p:nvSpPr>
          <p:cNvPr id="10" name="04-18-node-1">
            <a:extLst xmlns:a="http://schemas.openxmlformats.org/drawingml/2006/main">
              <a:ext uri="{FF2B5EF4-FFF2-40B4-BE49-F238E27FC236}">
                <a16:creationId xmlns:a16="http://schemas.microsoft.com/office/drawing/2014/main" id="{87099CE1-1110-4DA7-8BBC-0D6A6709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878C7"/>
          </a:solidFill>
          <a:ln xmlns:a="http://schemas.openxmlformats.org/drawingml/2006/main" w="19050">
            <a:solidFill>
              <a:srgbClr val="2878C7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진입점</a:t>
            </a:r>
          </a:p>
        </p:txBody>
      </p:sp>
      <p:sp>
        <p:nvSpPr>
          <p:cNvPr id="11" name="04-18-node-2">
            <a:extLst xmlns:a="http://schemas.openxmlformats.org/drawingml/2006/main">
              <a:ext uri="{FF2B5EF4-FFF2-40B4-BE49-F238E27FC236}">
                <a16:creationId xmlns:a16="http://schemas.microsoft.com/office/drawing/2014/main" id="{257F573B-8F81-40A6-B71C-787493C5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권한·검증 gate</a:t>
            </a:r>
          </a:p>
        </p:txBody>
      </p:sp>
      <p:sp>
        <p:nvSpPr>
          <p:cNvPr id="12" name="04-18-node-3">
            <a:extLst xmlns:a="http://schemas.openxmlformats.org/drawingml/2006/main">
              <a:ext uri="{FF2B5EF4-FFF2-40B4-BE49-F238E27FC236}">
                <a16:creationId xmlns:a16="http://schemas.microsoft.com/office/drawing/2014/main" id="{59DF716C-3086-4CA8-9351-01DD18BA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상태 변경</a:t>
            </a:r>
          </a:p>
        </p:txBody>
      </p:sp>
      <p:sp>
        <p:nvSpPr>
          <p:cNvPr id="13" name="04-18-node-4">
            <a:extLst xmlns:a="http://schemas.openxmlformats.org/drawingml/2006/main">
              <a:ext uri="{FF2B5EF4-FFF2-40B4-BE49-F238E27FC236}">
                <a16:creationId xmlns:a16="http://schemas.microsoft.com/office/drawing/2014/main" id="{F6756528-0220-4602-8D36-09006E8F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transaction</a:t>
            </a:r>
          </a:p>
        </p:txBody>
      </p:sp>
      <p:sp>
        <p:nvSpPr>
          <p:cNvPr id="14" name="04-18-node-5">
            <a:extLst xmlns:a="http://schemas.openxmlformats.org/drawingml/2006/main">
              <a:ext uri="{FF2B5EF4-FFF2-40B4-BE49-F238E27FC236}">
                <a16:creationId xmlns:a16="http://schemas.microsoft.com/office/drawing/2014/main" id="{BBE40D39-3C90-4CFF-800C-12C57FE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event</a:t>
            </a:r>
          </a:p>
        </p:txBody>
      </p:sp>
      <p:sp>
        <p:nvSpPr>
          <p:cNvPr id="15" name="04-18-node-6">
            <a:extLst xmlns:a="http://schemas.openxmlformats.org/drawingml/2006/main">
              <a:ext uri="{FF2B5EF4-FFF2-40B4-BE49-F238E27FC236}">
                <a16:creationId xmlns:a16="http://schemas.microsoft.com/office/drawing/2014/main" id="{F856D698-3AC1-4CD5-B53E-77EC24B0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62375"/>
            <a:ext cx="1809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응답</a:t>
            </a:r>
          </a:p>
        </p:txBody>
      </p:sp>
      <p:sp>
        <p:nvSpPr>
          <p:cNvPr id="16" name="04-18-caption">
            <a:extLst xmlns:a="http://schemas.openxmlformats.org/drawingml/2006/main">
              <a:ext uri="{FF2B5EF4-FFF2-40B4-BE49-F238E27FC236}">
                <a16:creationId xmlns:a16="http://schemas.microsoft.com/office/drawing/2014/main" id="{CFBB18D0-562D-4CA2-B3B7-5AFB52E3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plan과 다른 지점을 숨기지 않고 보고한다</a:t>
            </a:r>
          </a:p>
        </p:txBody>
      </p:sp>
    </p:spTree>
    <p:extLst>
      <p:ext uri="{BB962C8B-B14F-4D97-AF65-F5344CB8AC3E}">
        <p14:creationId xmlns:p14="http://schemas.microsoft.com/office/powerpoint/2010/main" val="159148347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04-19-footer-section">
            <a:extLst xmlns:a="http://schemas.openxmlformats.org/drawingml/2006/main">
              <a:ext uri="{FF2B5EF4-FFF2-40B4-BE49-F238E27FC236}">
                <a16:creationId xmlns:a16="http://schemas.microsoft.com/office/drawing/2014/main" id="{09CE2540-174D-460C-99EA-1E8182B5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5. 흐름 복원</a:t>
            </a:r>
          </a:p>
        </p:txBody>
      </p:sp>
      <p:sp>
        <p:nvSpPr>
          <p:cNvPr id="2" name="04-19-footer-page">
            <a:extLst xmlns:a="http://schemas.openxmlformats.org/drawingml/2006/main">
              <a:ext uri="{FF2B5EF4-FFF2-40B4-BE49-F238E27FC236}">
                <a16:creationId xmlns:a16="http://schemas.microsoft.com/office/drawing/2014/main" id="{336958AD-43C6-416B-88B5-12284C9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67 / 70</a:t>
            </a:r>
          </a:p>
        </p:txBody>
      </p:sp>
      <p:sp>
        <p:nvSpPr>
          <p:cNvPr id="3" name="04-19-accent-rule">
            <a:extLst xmlns:a="http://schemas.openxmlformats.org/drawingml/2006/main">
              <a:ext uri="{FF2B5EF4-FFF2-40B4-BE49-F238E27FC236}">
                <a16:creationId xmlns:a16="http://schemas.microsoft.com/office/drawing/2014/main" id="{4F95D0E0-AD61-499C-A65A-86388FFB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19-title">
            <a:extLst xmlns:a="http://schemas.openxmlformats.org/drawingml/2006/main">
              <a:ext uri="{FF2B5EF4-FFF2-40B4-BE49-F238E27FC236}">
                <a16:creationId xmlns:a16="http://schemas.microsoft.com/office/drawing/2014/main" id="{F07FC7D6-84DD-4DF5-8A14-EE61F30C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문서와 코드의 차이는 판단을 요구하는 발견이다</a:t>
            </a:r>
          </a:p>
        </p:txBody>
      </p:sp>
      <p:sp>
        <p:nvSpPr>
          <p:cNvPr id="5" name="04-19-divider">
            <a:extLst xmlns:a="http://schemas.openxmlformats.org/drawingml/2006/main">
              <a:ext uri="{FF2B5EF4-FFF2-40B4-BE49-F238E27FC236}">
                <a16:creationId xmlns:a16="http://schemas.microsoft.com/office/drawing/2014/main" id="{E809B871-F6BD-4815-8CAF-124B4E4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4-19-left-heading">
            <a:extLst xmlns:a="http://schemas.openxmlformats.org/drawingml/2006/main">
              <a:ext uri="{FF2B5EF4-FFF2-40B4-BE49-F238E27FC236}">
                <a16:creationId xmlns:a16="http://schemas.microsoft.com/office/drawing/2014/main" id="{D93B05B7-D926-4A25-8BCA-4D958CBE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발견된 차이</a:t>
            </a:r>
          </a:p>
        </p:txBody>
      </p:sp>
      <p:sp>
        <p:nvSpPr>
          <p:cNvPr id="7" name="04-19-left-dot-1">
            <a:extLst xmlns:a="http://schemas.openxmlformats.org/drawingml/2006/main">
              <a:ext uri="{FF2B5EF4-FFF2-40B4-BE49-F238E27FC236}">
                <a16:creationId xmlns:a16="http://schemas.microsoft.com/office/drawing/2014/main" id="{8503D113-0946-4AD3-BD04-5940B607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4-19-left-line-1">
            <a:extLst xmlns:a="http://schemas.openxmlformats.org/drawingml/2006/main">
              <a:ext uri="{FF2B5EF4-FFF2-40B4-BE49-F238E27FC236}">
                <a16:creationId xmlns:a16="http://schemas.microsoft.com/office/drawing/2014/main" id="{5D69C8C4-35B0-4BDC-9C29-A381627F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의도된 개선</a:t>
            </a:r>
          </a:p>
        </p:txBody>
      </p:sp>
      <p:sp>
        <p:nvSpPr>
          <p:cNvPr id="9" name="04-19-left-dot-2">
            <a:extLst xmlns:a="http://schemas.openxmlformats.org/drawingml/2006/main">
              <a:ext uri="{FF2B5EF4-FFF2-40B4-BE49-F238E27FC236}">
                <a16:creationId xmlns:a16="http://schemas.microsoft.com/office/drawing/2014/main" id="{543B3086-4266-45B7-BF3F-11CFE766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4-19-left-line-2">
            <a:extLst xmlns:a="http://schemas.openxmlformats.org/drawingml/2006/main">
              <a:ext uri="{FF2B5EF4-FFF2-40B4-BE49-F238E27FC236}">
                <a16:creationId xmlns:a16="http://schemas.microsoft.com/office/drawing/2014/main" id="{BEBAE632-EAD7-4037-A5C5-7CD7E806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요구에서 벗어남</a:t>
            </a:r>
          </a:p>
        </p:txBody>
      </p:sp>
      <p:sp>
        <p:nvSpPr>
          <p:cNvPr id="11" name="04-19-left-dot-3">
            <a:extLst xmlns:a="http://schemas.openxmlformats.org/drawingml/2006/main">
              <a:ext uri="{FF2B5EF4-FFF2-40B4-BE49-F238E27FC236}">
                <a16:creationId xmlns:a16="http://schemas.microsoft.com/office/drawing/2014/main" id="{401B714D-CFA7-4BD8-AB15-17163DAF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4-19-left-line-3">
            <a:extLst xmlns:a="http://schemas.openxmlformats.org/drawingml/2006/main">
              <a:ext uri="{FF2B5EF4-FFF2-40B4-BE49-F238E27FC236}">
                <a16:creationId xmlns:a16="http://schemas.microsoft.com/office/drawing/2014/main" id="{29A2230B-0C8C-4EDA-9821-78F0817C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spec이 애매했음</a:t>
            </a:r>
          </a:p>
        </p:txBody>
      </p:sp>
      <p:sp>
        <p:nvSpPr>
          <p:cNvPr id="13" name="04-19-right-heading">
            <a:extLst xmlns:a="http://schemas.openxmlformats.org/drawingml/2006/main">
              <a:ext uri="{FF2B5EF4-FFF2-40B4-BE49-F238E27FC236}">
                <a16:creationId xmlns:a16="http://schemas.microsoft.com/office/drawing/2014/main" id="{D5E54226-1461-4295-8E25-D4EF93CB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돌아갈 곳</a:t>
            </a:r>
          </a:p>
        </p:txBody>
      </p:sp>
      <p:sp>
        <p:nvSpPr>
          <p:cNvPr id="14" name="04-19-right-dot-1">
            <a:extLst xmlns:a="http://schemas.openxmlformats.org/drawingml/2006/main">
              <a:ext uri="{FF2B5EF4-FFF2-40B4-BE49-F238E27FC236}">
                <a16:creationId xmlns:a16="http://schemas.microsoft.com/office/drawing/2014/main" id="{687C6864-A324-4ECE-948A-E0BE0558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4-19-right-line-1">
            <a:extLst xmlns:a="http://schemas.openxmlformats.org/drawingml/2006/main">
              <a:ext uri="{FF2B5EF4-FFF2-40B4-BE49-F238E27FC236}">
                <a16:creationId xmlns:a16="http://schemas.microsoft.com/office/drawing/2014/main" id="{F68F476E-FFC5-41DD-A8A0-61DA8C67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spec을 갱신</a:t>
            </a:r>
          </a:p>
        </p:txBody>
      </p:sp>
      <p:sp>
        <p:nvSpPr>
          <p:cNvPr id="16" name="04-19-right-dot-2">
            <a:extLst xmlns:a="http://schemas.openxmlformats.org/drawingml/2006/main">
              <a:ext uri="{FF2B5EF4-FFF2-40B4-BE49-F238E27FC236}">
                <a16:creationId xmlns:a16="http://schemas.microsoft.com/office/drawing/2014/main" id="{34B6F659-A558-4E3F-B6DE-DE6B5B85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4-19-right-line-2">
            <a:extLst xmlns:a="http://schemas.openxmlformats.org/drawingml/2006/main">
              <a:ext uri="{FF2B5EF4-FFF2-40B4-BE49-F238E27FC236}">
                <a16:creationId xmlns:a16="http://schemas.microsoft.com/office/drawing/2014/main" id="{78D61234-8D03-42B2-A1A5-4A1161AB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구현을 되돌림</a:t>
            </a:r>
          </a:p>
        </p:txBody>
      </p:sp>
      <p:sp>
        <p:nvSpPr>
          <p:cNvPr id="18" name="04-19-right-dot-3">
            <a:extLst xmlns:a="http://schemas.openxmlformats.org/drawingml/2006/main">
              <a:ext uri="{FF2B5EF4-FFF2-40B4-BE49-F238E27FC236}">
                <a16:creationId xmlns:a16="http://schemas.microsoft.com/office/drawing/2014/main" id="{D2AE9A9C-1078-47A1-B77A-2F412A83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4-19-right-line-3">
            <a:extLst xmlns:a="http://schemas.openxmlformats.org/drawingml/2006/main">
              <a:ext uri="{FF2B5EF4-FFF2-40B4-BE49-F238E27FC236}">
                <a16:creationId xmlns:a16="http://schemas.microsoft.com/office/drawing/2014/main" id="{571E9F57-5DF1-412C-A25A-55AF2770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brainstorming으로 돌아감</a:t>
            </a:r>
          </a:p>
        </p:txBody>
      </p:sp>
      <p:sp>
        <p:nvSpPr>
          <p:cNvPr id="20" name="04-19-optional">
            <a:extLst xmlns:a="http://schemas.openxmlformats.org/drawingml/2006/main">
              <a:ext uri="{FF2B5EF4-FFF2-40B4-BE49-F238E27FC236}">
                <a16:creationId xmlns:a16="http://schemas.microsoft.com/office/drawing/2014/main" id="{031FF331-9FBA-4FED-8B01-5C6E3C19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09165070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04-20-footer-section">
            <a:extLst xmlns:a="http://schemas.openxmlformats.org/drawingml/2006/main">
              <a:ext uri="{FF2B5EF4-FFF2-40B4-BE49-F238E27FC236}">
                <a16:creationId xmlns:a16="http://schemas.microsoft.com/office/drawing/2014/main" id="{227E646C-E32A-40D8-8063-894953DF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6. 지식화</a:t>
            </a:r>
          </a:p>
        </p:txBody>
      </p:sp>
      <p:sp>
        <p:nvSpPr>
          <p:cNvPr id="2" name="04-20-footer-page">
            <a:extLst xmlns:a="http://schemas.openxmlformats.org/drawingml/2006/main">
              <a:ext uri="{FF2B5EF4-FFF2-40B4-BE49-F238E27FC236}">
                <a16:creationId xmlns:a16="http://schemas.microsoft.com/office/drawing/2014/main" id="{A7D4C829-480E-4BCC-9EB0-1E05BD86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68 / 70</a:t>
            </a:r>
          </a:p>
        </p:txBody>
      </p:sp>
      <p:sp>
        <p:nvSpPr>
          <p:cNvPr id="3" name="04-20-accent-rule">
            <a:extLst xmlns:a="http://schemas.openxmlformats.org/drawingml/2006/main">
              <a:ext uri="{FF2B5EF4-FFF2-40B4-BE49-F238E27FC236}">
                <a16:creationId xmlns:a16="http://schemas.microsoft.com/office/drawing/2014/main" id="{DAFE98D7-455A-4864-B3CA-DFC42A9D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4-20-title">
            <a:extLst xmlns:a="http://schemas.openxmlformats.org/drawingml/2006/main">
              <a:ext uri="{FF2B5EF4-FFF2-40B4-BE49-F238E27FC236}">
                <a16:creationId xmlns:a16="http://schemas.microsoft.com/office/drawing/2014/main" id="{8EC439F2-C80F-4458-A459-5825C11E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끝난 작업이 다음 작업의 입력이 된다</a:t>
            </a:r>
          </a:p>
        </p:txBody>
      </p:sp>
      <p:sp>
        <p:nvSpPr>
          <p:cNvPr id="5" name="04-20-number-1">
            <a:extLst xmlns:a="http://schemas.openxmlformats.org/drawingml/2006/main">
              <a:ext uri="{FF2B5EF4-FFF2-40B4-BE49-F238E27FC236}">
                <a16:creationId xmlns:a16="http://schemas.microsoft.com/office/drawing/2014/main" id="{614A2C55-6963-4514-8247-597F0CB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04-20-rule-1">
            <a:extLst xmlns:a="http://schemas.openxmlformats.org/drawingml/2006/main">
              <a:ext uri="{FF2B5EF4-FFF2-40B4-BE49-F238E27FC236}">
                <a16:creationId xmlns:a16="http://schemas.microsoft.com/office/drawing/2014/main" id="{2374920E-BE0D-4A06-A8DB-C019BBB7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7" name="04-20-summary-1">
            <a:extLst xmlns:a="http://schemas.openxmlformats.org/drawingml/2006/main">
              <a:ext uri="{FF2B5EF4-FFF2-40B4-BE49-F238E27FC236}">
                <a16:creationId xmlns:a16="http://schemas.microsoft.com/office/drawing/2014/main" id="{DC4EBEBA-8C35-47F3-906E-66EB4E3A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526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spec — 합의</a:t>
            </a:r>
          </a:p>
        </p:txBody>
      </p:sp>
      <p:sp>
        <p:nvSpPr>
          <p:cNvPr id="8" name="04-20-number-2">
            <a:extLst xmlns:a="http://schemas.openxmlformats.org/drawingml/2006/main">
              <a:ext uri="{FF2B5EF4-FFF2-40B4-BE49-F238E27FC236}">
                <a16:creationId xmlns:a16="http://schemas.microsoft.com/office/drawing/2014/main" id="{F048F71D-411B-45C8-9E62-6013237C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9" name="04-20-rule-2">
            <a:extLst xmlns:a="http://schemas.openxmlformats.org/drawingml/2006/main">
              <a:ext uri="{FF2B5EF4-FFF2-40B4-BE49-F238E27FC236}">
                <a16:creationId xmlns:a16="http://schemas.microsoft.com/office/drawing/2014/main" id="{31636E60-2C39-43C1-8D7E-68401E77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04-20-summary-2">
            <a:extLst xmlns:a="http://schemas.openxmlformats.org/drawingml/2006/main">
              <a:ext uri="{FF2B5EF4-FFF2-40B4-BE49-F238E27FC236}">
                <a16:creationId xmlns:a16="http://schemas.microsoft.com/office/drawing/2014/main" id="{4B069952-E208-4402-BB4C-994F50D4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193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plan — 구현 지도</a:t>
            </a:r>
          </a:p>
        </p:txBody>
      </p:sp>
      <p:sp>
        <p:nvSpPr>
          <p:cNvPr id="11" name="04-20-number-3">
            <a:extLst xmlns:a="http://schemas.openxmlformats.org/drawingml/2006/main">
              <a:ext uri="{FF2B5EF4-FFF2-40B4-BE49-F238E27FC236}">
                <a16:creationId xmlns:a16="http://schemas.microsoft.com/office/drawing/2014/main" id="{2D98687B-395C-4FEC-8D9D-4ED5E76F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04-20-rule-3">
            <a:extLst xmlns:a="http://schemas.openxmlformats.org/drawingml/2006/main">
              <a:ext uri="{FF2B5EF4-FFF2-40B4-BE49-F238E27FC236}">
                <a16:creationId xmlns:a16="http://schemas.microsoft.com/office/drawing/2014/main" id="{BBC141A5-D0D9-4B3C-A24A-DB2B2CCC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3" name="04-20-summary-3">
            <a:extLst xmlns:a="http://schemas.openxmlformats.org/drawingml/2006/main">
              <a:ext uri="{FF2B5EF4-FFF2-40B4-BE49-F238E27FC236}">
                <a16:creationId xmlns:a16="http://schemas.microsoft.com/office/drawing/2014/main" id="{EB10C9A0-831D-4DB8-B187-25649634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861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explained — 이유</a:t>
            </a:r>
          </a:p>
        </p:txBody>
      </p:sp>
      <p:sp>
        <p:nvSpPr>
          <p:cNvPr id="14" name="04-20-number-4">
            <a:extLst xmlns:a="http://schemas.openxmlformats.org/drawingml/2006/main">
              <a:ext uri="{FF2B5EF4-FFF2-40B4-BE49-F238E27FC236}">
                <a16:creationId xmlns:a16="http://schemas.microsoft.com/office/drawing/2014/main" id="{79D733EC-A95D-43FB-A750-41ED3CAF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5" name="04-20-rule-4">
            <a:extLst xmlns:a="http://schemas.openxmlformats.org/drawingml/2006/main">
              <a:ext uri="{FF2B5EF4-FFF2-40B4-BE49-F238E27FC236}">
                <a16:creationId xmlns:a16="http://schemas.microsoft.com/office/drawing/2014/main" id="{CF33B77A-417E-4D89-968A-C895B004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6" name="04-20-summary-4">
            <a:extLst xmlns:a="http://schemas.openxmlformats.org/drawingml/2006/main">
              <a:ext uri="{FF2B5EF4-FFF2-40B4-BE49-F238E27FC236}">
                <a16:creationId xmlns:a16="http://schemas.microsoft.com/office/drawing/2014/main" id="{F20747AE-B673-49C3-8994-B05B8EFA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528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e2e — 실제 흐름</a:t>
            </a:r>
          </a:p>
        </p:txBody>
      </p:sp>
      <p:sp>
        <p:nvSpPr>
          <p:cNvPr id="17" name="04-20-number-5">
            <a:extLst xmlns:a="http://schemas.openxmlformats.org/drawingml/2006/main">
              <a:ext uri="{FF2B5EF4-FFF2-40B4-BE49-F238E27FC236}">
                <a16:creationId xmlns:a16="http://schemas.microsoft.com/office/drawing/2014/main" id="{2B6A21B4-7DD1-4E0D-B60B-B7DD782B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8" name="04-20-rule-5">
            <a:extLst xmlns:a="http://schemas.openxmlformats.org/drawingml/2006/main">
              <a:ext uri="{FF2B5EF4-FFF2-40B4-BE49-F238E27FC236}">
                <a16:creationId xmlns:a16="http://schemas.microsoft.com/office/drawing/2014/main" id="{322F19A1-4C54-45B2-B4B7-390AA890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9" name="04-20-summary-5">
            <a:extLst xmlns:a="http://schemas.openxmlformats.org/drawingml/2006/main">
              <a:ext uri="{FF2B5EF4-FFF2-40B4-BE49-F238E27FC236}">
                <a16:creationId xmlns:a16="http://schemas.microsoft.com/office/drawing/2014/main" id="{6180486E-96BD-45CB-8928-B99D5157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196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wiki — 원문을 찾는 색인</a:t>
            </a:r>
          </a:p>
        </p:txBody>
      </p:sp>
      <p:sp>
        <p:nvSpPr>
          <p:cNvPr id="20" name="04-20-optional">
            <a:extLst xmlns:a="http://schemas.openxmlformats.org/drawingml/2006/main">
              <a:ext uri="{FF2B5EF4-FFF2-40B4-BE49-F238E27FC236}">
                <a16:creationId xmlns:a16="http://schemas.microsoft.com/office/drawing/2014/main" id="{875D3D4E-54CA-4406-9639-0CB71EF3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18520135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5-01-footer-section">
            <a:extLst xmlns:a="http://schemas.openxmlformats.org/drawingml/2006/main">
              <a:ext uri="{FF2B5EF4-FFF2-40B4-BE49-F238E27FC236}">
                <a16:creationId xmlns:a16="http://schemas.microsoft.com/office/drawing/2014/main" id="{AFE54E3E-5D96-472E-85ED-78B02D14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강의 운영</a:t>
            </a:r>
          </a:p>
        </p:txBody>
      </p:sp>
      <p:sp>
        <p:nvSpPr>
          <p:cNvPr id="2" name="05-01-footer-page">
            <a:extLst xmlns:a="http://schemas.openxmlformats.org/drawingml/2006/main">
              <a:ext uri="{FF2B5EF4-FFF2-40B4-BE49-F238E27FC236}">
                <a16:creationId xmlns:a16="http://schemas.microsoft.com/office/drawing/2014/main" id="{55CC426D-E054-4B6A-AE51-CBB8304B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69 / 70</a:t>
            </a:r>
          </a:p>
        </p:txBody>
      </p:sp>
      <p:sp>
        <p:nvSpPr>
          <p:cNvPr id="3" name="05-01-accent-rule">
            <a:extLst xmlns:a="http://schemas.openxmlformats.org/drawingml/2006/main">
              <a:ext uri="{FF2B5EF4-FFF2-40B4-BE49-F238E27FC236}">
                <a16:creationId xmlns:a16="http://schemas.microsoft.com/office/drawing/2014/main" id="{F17C9DFF-E82F-4999-87AE-1EE580EA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5-01-title">
            <a:extLst xmlns:a="http://schemas.openxmlformats.org/drawingml/2006/main">
              <a:ext uri="{FF2B5EF4-FFF2-40B4-BE49-F238E27FC236}">
                <a16:creationId xmlns:a16="http://schemas.microsoft.com/office/drawing/2014/main" id="{6C116D2E-3CD3-4AC5-9F5B-A921BCFC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시간이 줄어들면 모듈째 덜어낸다</a:t>
            </a:r>
          </a:p>
        </p:txBody>
      </p:sp>
      <p:sp>
        <p:nvSpPr>
          <p:cNvPr id="5" name="05-01-divider">
            <a:extLst xmlns:a="http://schemas.openxmlformats.org/drawingml/2006/main">
              <a:ext uri="{FF2B5EF4-FFF2-40B4-BE49-F238E27FC236}">
                <a16:creationId xmlns:a16="http://schemas.microsoft.com/office/drawing/2014/main" id="{D2D36860-2ACC-4E4C-A5DF-0A4F28B6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6" name="05-01-left-heading">
            <a:extLst xmlns:a="http://schemas.openxmlformats.org/drawingml/2006/main">
              <a:ext uri="{FF2B5EF4-FFF2-40B4-BE49-F238E27FC236}">
                <a16:creationId xmlns:a16="http://schemas.microsoft.com/office/drawing/2014/main" id="{44639B5E-D297-4467-AD70-6F79EADD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5시간</a:t>
            </a:r>
          </a:p>
        </p:txBody>
      </p:sp>
      <p:sp>
        <p:nvSpPr>
          <p:cNvPr id="7" name="05-01-left-dot-1">
            <a:extLst xmlns:a="http://schemas.openxmlformats.org/drawingml/2006/main">
              <a:ext uri="{FF2B5EF4-FFF2-40B4-BE49-F238E27FC236}">
                <a16:creationId xmlns:a16="http://schemas.microsoft.com/office/drawing/2014/main" id="{3D74D641-16B2-4506-BE33-A038EC50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8" name="05-01-left-line-1">
            <a:extLst xmlns:a="http://schemas.openxmlformats.org/drawingml/2006/main">
              <a:ext uri="{FF2B5EF4-FFF2-40B4-BE49-F238E27FC236}">
                <a16:creationId xmlns:a16="http://schemas.microsoft.com/office/drawing/2014/main" id="{0050A1D6-DEB7-4740-B21B-CFDB0FCD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전체 70장</a:t>
            </a:r>
          </a:p>
        </p:txBody>
      </p:sp>
      <p:sp>
        <p:nvSpPr>
          <p:cNvPr id="9" name="05-01-left-dot-2">
            <a:extLst xmlns:a="http://schemas.openxmlformats.org/drawingml/2006/main">
              <a:ext uri="{FF2B5EF4-FFF2-40B4-BE49-F238E27FC236}">
                <a16:creationId xmlns:a16="http://schemas.microsoft.com/office/drawing/2014/main" id="{05721135-C70C-4CF5-B437-D3EA57D6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0" name="05-01-left-line-2">
            <a:extLst xmlns:a="http://schemas.openxmlformats.org/drawingml/2006/main">
              <a:ext uri="{FF2B5EF4-FFF2-40B4-BE49-F238E27FC236}">
                <a16:creationId xmlns:a16="http://schemas.microsoft.com/office/drawing/2014/main" id="{0D058BA2-E913-4532-BED5-3B64A24C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AI 기초와 방법론 사례 포함</a:t>
            </a:r>
          </a:p>
        </p:txBody>
      </p:sp>
      <p:sp>
        <p:nvSpPr>
          <p:cNvPr id="11" name="05-01-left-dot-3">
            <a:extLst xmlns:a="http://schemas.openxmlformats.org/drawingml/2006/main">
              <a:ext uri="{FF2B5EF4-FFF2-40B4-BE49-F238E27FC236}">
                <a16:creationId xmlns:a16="http://schemas.microsoft.com/office/drawing/2014/main" id="{71BA5E3D-BDF6-4774-81D1-B2703771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2" name="05-01-left-line-3">
            <a:extLst xmlns:a="http://schemas.openxmlformats.org/drawingml/2006/main">
              <a:ext uri="{FF2B5EF4-FFF2-40B4-BE49-F238E27FC236}">
                <a16:creationId xmlns:a16="http://schemas.microsoft.com/office/drawing/2014/main" id="{E9974417-3D5A-4A16-A96A-FFEB480A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여섯 단계 상세 사례</a:t>
            </a:r>
          </a:p>
        </p:txBody>
      </p:sp>
      <p:sp>
        <p:nvSpPr>
          <p:cNvPr id="13" name="05-01-right-heading">
            <a:extLst xmlns:a="http://schemas.openxmlformats.org/drawingml/2006/main">
              <a:ext uri="{FF2B5EF4-FFF2-40B4-BE49-F238E27FC236}">
                <a16:creationId xmlns:a16="http://schemas.microsoft.com/office/drawing/2014/main" id="{6B8125E7-BAC4-463D-A428-0803510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3시간 / 2시간</a:t>
            </a:r>
          </a:p>
        </p:txBody>
      </p:sp>
      <p:sp>
        <p:nvSpPr>
          <p:cNvPr id="14" name="05-01-right-dot-1">
            <a:extLst xmlns:a="http://schemas.openxmlformats.org/drawingml/2006/main">
              <a:ext uri="{FF2B5EF4-FFF2-40B4-BE49-F238E27FC236}">
                <a16:creationId xmlns:a16="http://schemas.microsoft.com/office/drawing/2014/main" id="{6C01E7F0-9395-4838-9FCB-C3B08226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5" name="05-01-right-line-1">
            <a:extLst xmlns:a="http://schemas.openxmlformats.org/drawingml/2006/main">
              <a:ext uri="{FF2B5EF4-FFF2-40B4-BE49-F238E27FC236}">
                <a16:creationId xmlns:a16="http://schemas.microsoft.com/office/drawing/2014/main" id="{14EBE80D-0C2A-4561-A278-E2F86E29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3시간 — 선택 모듈 생략</a:t>
            </a:r>
          </a:p>
        </p:txBody>
      </p:sp>
      <p:sp>
        <p:nvSpPr>
          <p:cNvPr id="16" name="05-01-right-dot-2">
            <a:extLst xmlns:a="http://schemas.openxmlformats.org/drawingml/2006/main">
              <a:ext uri="{FF2B5EF4-FFF2-40B4-BE49-F238E27FC236}">
                <a16:creationId xmlns:a16="http://schemas.microsoft.com/office/drawing/2014/main" id="{A613EAE3-BE8F-45C0-8416-E3F81778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7" name="05-01-right-line-2">
            <a:extLst xmlns:a="http://schemas.openxmlformats.org/drawingml/2006/main">
              <a:ext uri="{FF2B5EF4-FFF2-40B4-BE49-F238E27FC236}">
                <a16:creationId xmlns:a16="http://schemas.microsoft.com/office/drawing/2014/main" id="{E933A5FC-E0D3-417E-8D7D-82A3B769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2시간 — 원문·다섯 축·검증 루프·정본 이동 유지</a:t>
            </a:r>
          </a:p>
        </p:txBody>
      </p:sp>
      <p:sp>
        <p:nvSpPr>
          <p:cNvPr id="18" name="05-01-right-dot-3">
            <a:extLst xmlns:a="http://schemas.openxmlformats.org/drawingml/2006/main">
              <a:ext uri="{FF2B5EF4-FFF2-40B4-BE49-F238E27FC236}">
                <a16:creationId xmlns:a16="http://schemas.microsoft.com/office/drawing/2014/main" id="{94E0C318-6534-4EA4-BA31-9127C97F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solidFill>
              <a:srgbClr val="18222D"/>
            </a:solidFill>
            <a:prstDash val="solid"/>
          </a:ln>
        </p:spPr>
      </p:sp>
      <p:sp>
        <p:nvSpPr>
          <p:cNvPr id="19" name="05-01-right-line-3">
            <a:extLst xmlns:a="http://schemas.openxmlformats.org/drawingml/2006/main">
              <a:ext uri="{FF2B5EF4-FFF2-40B4-BE49-F238E27FC236}">
                <a16:creationId xmlns:a16="http://schemas.microsoft.com/office/drawing/2014/main" id="{A2A77403-4A1E-4E77-8F5D-C9D0CE48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개별 장이 아니라 연속 묶음으로 생략</a:t>
            </a:r>
          </a:p>
        </p:txBody>
      </p:sp>
    </p:spTree>
    <p:extLst>
      <p:ext uri="{BB962C8B-B14F-4D97-AF65-F5344CB8AC3E}">
        <p14:creationId xmlns:p14="http://schemas.microsoft.com/office/powerpoint/2010/main" val="89179497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5-02-footer-section">
            <a:extLst xmlns:a="http://schemas.openxmlformats.org/drawingml/2006/main">
              <a:ext uri="{FF2B5EF4-FFF2-40B4-BE49-F238E27FC236}">
                <a16:creationId xmlns:a16="http://schemas.microsoft.com/office/drawing/2014/main" id="{28C42897-7EBC-4F73-9F8B-45F9BB0A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마무리</a:t>
            </a:r>
          </a:p>
        </p:txBody>
      </p:sp>
      <p:sp>
        <p:nvSpPr>
          <p:cNvPr id="2" name="05-02-footer-page">
            <a:extLst xmlns:a="http://schemas.openxmlformats.org/drawingml/2006/main">
              <a:ext uri="{FF2B5EF4-FFF2-40B4-BE49-F238E27FC236}">
                <a16:creationId xmlns:a16="http://schemas.microsoft.com/office/drawing/2014/main" id="{64E295AB-8791-4DC8-9044-1081960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70 / 70</a:t>
            </a:r>
          </a:p>
        </p:txBody>
      </p:sp>
      <p:sp>
        <p:nvSpPr>
          <p:cNvPr id="3" name="05-02-accent-rule">
            <a:extLst xmlns:a="http://schemas.openxmlformats.org/drawingml/2006/main">
              <a:ext uri="{FF2B5EF4-FFF2-40B4-BE49-F238E27FC236}">
                <a16:creationId xmlns:a16="http://schemas.microsoft.com/office/drawing/2014/main" id="{C122D81D-4F5A-4D7B-8DB0-2E3F12C5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7"/>
          </a:solidFill>
          <a:ln xmlns:a="http://schemas.openxmlformats.org/drawingml/2006/main" w="0">
            <a:solidFill>
              <a:srgbClr val="2878C7"/>
            </a:solidFill>
            <a:prstDash val="solid"/>
          </a:ln>
        </p:spPr>
      </p:sp>
      <p:sp>
        <p:nvSpPr>
          <p:cNvPr id="4" name="05-02-title">
            <a:extLst xmlns:a="http://schemas.openxmlformats.org/drawingml/2006/main">
              <a:ext uri="{FF2B5EF4-FFF2-40B4-BE49-F238E27FC236}">
                <a16:creationId xmlns:a16="http://schemas.microsoft.com/office/drawing/2014/main" id="{691228DE-3C61-4A1C-8D83-A3EA952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검증할 수 있는 만큼만 맡길 수 있다</a:t>
            </a:r>
          </a:p>
        </p:txBody>
      </p:sp>
      <p:sp>
        <p:nvSpPr>
          <p:cNvPr id="5" name="05-02-number-1">
            <a:extLst xmlns:a="http://schemas.openxmlformats.org/drawingml/2006/main">
              <a:ext uri="{FF2B5EF4-FFF2-40B4-BE49-F238E27FC236}">
                <a16:creationId xmlns:a16="http://schemas.microsoft.com/office/drawing/2014/main" id="{BFF3C45B-932D-4E8C-83D7-3481CEB2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05-02-rule-1">
            <a:extLst xmlns:a="http://schemas.openxmlformats.org/drawingml/2006/main">
              <a:ext uri="{FF2B5EF4-FFF2-40B4-BE49-F238E27FC236}">
                <a16:creationId xmlns:a16="http://schemas.microsoft.com/office/drawing/2014/main" id="{553A9334-08C3-4870-8A3C-0E94BDE6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7" name="05-02-summary-1">
            <a:extLst xmlns:a="http://schemas.openxmlformats.org/drawingml/2006/main">
              <a:ext uri="{FF2B5EF4-FFF2-40B4-BE49-F238E27FC236}">
                <a16:creationId xmlns:a16="http://schemas.microsoft.com/office/drawing/2014/main" id="{ABC32B14-E564-4F3A-A70E-30ECA4A0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526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AI가 일하는 환경을 설계한다</a:t>
            </a:r>
          </a:p>
        </p:txBody>
      </p:sp>
      <p:sp>
        <p:nvSpPr>
          <p:cNvPr id="8" name="05-02-number-2">
            <a:extLst xmlns:a="http://schemas.openxmlformats.org/drawingml/2006/main">
              <a:ext uri="{FF2B5EF4-FFF2-40B4-BE49-F238E27FC236}">
                <a16:creationId xmlns:a16="http://schemas.microsoft.com/office/drawing/2014/main" id="{C6011F5A-69F8-44CC-9AE5-3A496A68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9" name="05-02-rule-2">
            <a:extLst xmlns:a="http://schemas.openxmlformats.org/drawingml/2006/main">
              <a:ext uri="{FF2B5EF4-FFF2-40B4-BE49-F238E27FC236}">
                <a16:creationId xmlns:a16="http://schemas.microsoft.com/office/drawing/2014/main" id="{70274DAC-44D8-4D2D-8643-860735B3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05-02-summary-2">
            <a:extLst xmlns:a="http://schemas.openxmlformats.org/drawingml/2006/main">
              <a:ext uri="{FF2B5EF4-FFF2-40B4-BE49-F238E27FC236}">
                <a16:creationId xmlns:a16="http://schemas.microsoft.com/office/drawing/2014/main" id="{28135944-6153-4EFB-BB73-1BF4956C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검증 결과를 자동으로 되먹인다</a:t>
            </a:r>
          </a:p>
        </p:txBody>
      </p:sp>
      <p:sp>
        <p:nvSpPr>
          <p:cNvPr id="11" name="05-02-number-3">
            <a:extLst xmlns:a="http://schemas.openxmlformats.org/drawingml/2006/main">
              <a:ext uri="{FF2B5EF4-FFF2-40B4-BE49-F238E27FC236}">
                <a16:creationId xmlns:a16="http://schemas.microsoft.com/office/drawing/2014/main" id="{47122EB3-8F37-4D67-8EC6-42587627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05-02-rule-3">
            <a:extLst xmlns:a="http://schemas.openxmlformats.org/drawingml/2006/main">
              <a:ext uri="{FF2B5EF4-FFF2-40B4-BE49-F238E27FC236}">
                <a16:creationId xmlns:a16="http://schemas.microsoft.com/office/drawing/2014/main" id="{2326C995-F3FF-4E42-840B-DD5BC088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3" name="05-02-summary-3">
            <a:extLst xmlns:a="http://schemas.openxmlformats.org/drawingml/2006/main">
              <a:ext uri="{FF2B5EF4-FFF2-40B4-BE49-F238E27FC236}">
                <a16:creationId xmlns:a16="http://schemas.microsoft.com/office/drawing/2014/main" id="{C8450ABE-E749-4C2C-B3D6-22A4686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909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판단과 책임은 사람에게 남긴다</a:t>
            </a:r>
          </a:p>
        </p:txBody>
      </p:sp>
      <p:sp>
        <p:nvSpPr>
          <p:cNvPr id="14" name="05-02-number-4">
            <a:extLst xmlns:a="http://schemas.openxmlformats.org/drawingml/2006/main">
              <a:ext uri="{FF2B5EF4-FFF2-40B4-BE49-F238E27FC236}">
                <a16:creationId xmlns:a16="http://schemas.microsoft.com/office/drawing/2014/main" id="{73C4B093-B010-4360-B86F-38ECDC5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5" name="05-02-rule-4">
            <a:extLst xmlns:a="http://schemas.openxmlformats.org/drawingml/2006/main">
              <a:ext uri="{FF2B5EF4-FFF2-40B4-BE49-F238E27FC236}">
                <a16:creationId xmlns:a16="http://schemas.microsoft.com/office/drawing/2014/main" id="{D567D57A-5269-4B9D-8AF0-0A0245EC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6" name="05-02-summary-4">
            <a:extLst xmlns:a="http://schemas.openxmlformats.org/drawingml/2006/main">
              <a:ext uri="{FF2B5EF4-FFF2-40B4-BE49-F238E27FC236}">
                <a16:creationId xmlns:a16="http://schemas.microsoft.com/office/drawing/2014/main" id="{596CE5E1-7915-40D5-942D-C4E66541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10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나는 이 코드에 대해 책임질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256596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2026-08-02T22:25:06.4550000Z</dcterms:created>
  <dcterms:modified xsi:type="dcterms:W3CDTF">2026-08-02T22:25:06.4550000Z</dcterms:modified>
</coreProperties>
</file>