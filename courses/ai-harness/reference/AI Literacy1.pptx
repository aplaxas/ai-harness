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6" r:id="rId5"/>
    <p:sldId id="345" r:id="rId6"/>
    <p:sldId id="387" r:id="rId7"/>
    <p:sldId id="405" r:id="rId8"/>
    <p:sldId id="377" r:id="rId9"/>
    <p:sldId id="360" r:id="rId10"/>
    <p:sldId id="361" r:id="rId11"/>
    <p:sldId id="362" r:id="rId12"/>
    <p:sldId id="401" r:id="rId13"/>
    <p:sldId id="3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350521-5AB7-4B47-AC3C-C05103763B6B}" v="1" dt="2025-02-14T03:11:58.8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3633" autoAdjust="0"/>
  </p:normalViewPr>
  <p:slideViewPr>
    <p:cSldViewPr snapToGrid="0">
      <p:cViewPr varScale="1">
        <p:scale>
          <a:sx n="92" d="100"/>
          <a:sy n="92" d="100"/>
        </p:scale>
        <p:origin x="7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g Min Lee" userId="4e210199c17d5953" providerId="LiveId" clId="{59568C44-6BFC-4C6D-8921-65725732E721}"/>
    <pc:docChg chg="undo custSel addSld delSld modSld sldOrd">
      <pc:chgData name="Jong Min Lee" userId="4e210199c17d5953" providerId="LiveId" clId="{59568C44-6BFC-4C6D-8921-65725732E721}" dt="2025-01-28T22:17:36.551" v="517"/>
      <pc:docMkLst>
        <pc:docMk/>
      </pc:docMkLst>
      <pc:sldChg chg="delSp modSp">
        <pc:chgData name="Jong Min Lee" userId="4e210199c17d5953" providerId="LiveId" clId="{59568C44-6BFC-4C6D-8921-65725732E721}" dt="2025-01-28T21:53:39.106" v="133" actId="21"/>
        <pc:sldMkLst>
          <pc:docMk/>
          <pc:sldMk cId="4183549958" sldId="262"/>
        </pc:sldMkLst>
      </pc:sldChg>
      <pc:sldChg chg="ord">
        <pc:chgData name="Jong Min Lee" userId="4e210199c17d5953" providerId="LiveId" clId="{59568C44-6BFC-4C6D-8921-65725732E721}" dt="2025-01-28T21:42:23.954" v="127"/>
        <pc:sldMkLst>
          <pc:docMk/>
          <pc:sldMk cId="4062709064" sldId="295"/>
        </pc:sldMkLst>
      </pc:sldChg>
      <pc:sldChg chg="modSp modNotesTx">
        <pc:chgData name="Jong Min Lee" userId="4e210199c17d5953" providerId="LiveId" clId="{59568C44-6BFC-4C6D-8921-65725732E721}" dt="2025-01-28T22:06:28.634" v="221"/>
        <pc:sldMkLst>
          <pc:docMk/>
          <pc:sldMk cId="928757233" sldId="299"/>
        </pc:sldMkLst>
        <pc:spChg chg="mod">
          <ac:chgData name="Jong Min Lee" userId="4e210199c17d5953" providerId="LiveId" clId="{59568C44-6BFC-4C6D-8921-65725732E721}" dt="2025-01-28T22:00:48.398" v="138" actId="6549"/>
          <ac:spMkLst>
            <pc:docMk/>
            <pc:sldMk cId="928757233" sldId="299"/>
            <ac:spMk id="4" creationId="{1B1F862B-BFB6-1FB3-D845-1341363ED69D}"/>
          </ac:spMkLst>
        </pc:spChg>
      </pc:sldChg>
      <pc:sldChg chg="modSp mod ord">
        <pc:chgData name="Jong Min Lee" userId="4e210199c17d5953" providerId="LiveId" clId="{59568C44-6BFC-4C6D-8921-65725732E721}" dt="2025-01-28T20:34:08.634" v="68"/>
        <pc:sldMkLst>
          <pc:docMk/>
          <pc:sldMk cId="3057774837" sldId="309"/>
        </pc:sldMkLst>
        <pc:picChg chg="mod">
          <ac:chgData name="Jong Min Lee" userId="4e210199c17d5953" providerId="LiveId" clId="{59568C44-6BFC-4C6D-8921-65725732E721}" dt="2025-01-28T20:24:49.147" v="45" actId="1076"/>
          <ac:picMkLst>
            <pc:docMk/>
            <pc:sldMk cId="3057774837" sldId="309"/>
            <ac:picMk id="15" creationId="{7D1BA2A0-2291-49ED-05A4-DDD5B6275665}"/>
          </ac:picMkLst>
        </pc:picChg>
      </pc:sldChg>
      <pc:sldChg chg="addSp modSp">
        <pc:chgData name="Jong Min Lee" userId="4e210199c17d5953" providerId="LiveId" clId="{59568C44-6BFC-4C6D-8921-65725732E721}" dt="2025-01-28T21:55:27.902" v="137"/>
        <pc:sldMkLst>
          <pc:docMk/>
          <pc:sldMk cId="3765416512" sldId="315"/>
        </pc:sldMkLst>
      </pc:sldChg>
      <pc:sldChg chg="addSp modSp mod ord">
        <pc:chgData name="Jong Min Lee" userId="4e210199c17d5953" providerId="LiveId" clId="{59568C44-6BFC-4C6D-8921-65725732E721}" dt="2025-01-28T21:42:21.950" v="125"/>
        <pc:sldMkLst>
          <pc:docMk/>
          <pc:sldMk cId="2134035550" sldId="316"/>
        </pc:sldMkLst>
        <pc:picChg chg="add mod">
          <ac:chgData name="Jong Min Lee" userId="4e210199c17d5953" providerId="LiveId" clId="{59568C44-6BFC-4C6D-8921-65725732E721}" dt="2025-01-28T20:24:37.146" v="44" actId="1076"/>
          <ac:picMkLst>
            <pc:docMk/>
            <pc:sldMk cId="2134035550" sldId="316"/>
            <ac:picMk id="4" creationId="{AE27B372-4291-B791-0F99-9B2917DFB70D}"/>
          </ac:picMkLst>
        </pc:picChg>
        <pc:picChg chg="mod">
          <ac:chgData name="Jong Min Lee" userId="4e210199c17d5953" providerId="LiveId" clId="{59568C44-6BFC-4C6D-8921-65725732E721}" dt="2025-01-28T20:24:28.631" v="40" actId="1076"/>
          <ac:picMkLst>
            <pc:docMk/>
            <pc:sldMk cId="2134035550" sldId="316"/>
            <ac:picMk id="5" creationId="{511EA897-EAF1-3C3E-05BF-CE6A4217F229}"/>
          </ac:picMkLst>
        </pc:picChg>
      </pc:sldChg>
      <pc:sldChg chg="del">
        <pc:chgData name="Jong Min Lee" userId="4e210199c17d5953" providerId="LiveId" clId="{59568C44-6BFC-4C6D-8921-65725732E721}" dt="2025-01-28T20:22:10.314" v="37" actId="47"/>
        <pc:sldMkLst>
          <pc:docMk/>
          <pc:sldMk cId="3980241862" sldId="319"/>
        </pc:sldMkLst>
      </pc:sldChg>
      <pc:sldChg chg="ord">
        <pc:chgData name="Jong Min Lee" userId="4e210199c17d5953" providerId="LiveId" clId="{59568C44-6BFC-4C6D-8921-65725732E721}" dt="2025-01-28T20:34:25.500" v="76"/>
        <pc:sldMkLst>
          <pc:docMk/>
          <pc:sldMk cId="1406795652" sldId="321"/>
        </pc:sldMkLst>
      </pc:sldChg>
      <pc:sldChg chg="modNotesTx">
        <pc:chgData name="Jong Min Lee" userId="4e210199c17d5953" providerId="LiveId" clId="{59568C44-6BFC-4C6D-8921-65725732E721}" dt="2025-01-28T22:05:56.478" v="219" actId="20577"/>
        <pc:sldMkLst>
          <pc:docMk/>
          <pc:sldMk cId="1456844883" sldId="323"/>
        </pc:sldMkLst>
      </pc:sldChg>
      <pc:sldChg chg="addSp delSp modSp mod">
        <pc:chgData name="Jong Min Lee" userId="4e210199c17d5953" providerId="LiveId" clId="{59568C44-6BFC-4C6D-8921-65725732E721}" dt="2025-01-28T21:05:02.947" v="113" actId="14100"/>
        <pc:sldMkLst>
          <pc:docMk/>
          <pc:sldMk cId="1704575742" sldId="330"/>
        </pc:sldMkLst>
        <pc:picChg chg="add mod ord">
          <ac:chgData name="Jong Min Lee" userId="4e210199c17d5953" providerId="LiveId" clId="{59568C44-6BFC-4C6D-8921-65725732E721}" dt="2025-01-28T21:04:05.475" v="102" actId="14100"/>
          <ac:picMkLst>
            <pc:docMk/>
            <pc:sldMk cId="1704575742" sldId="330"/>
            <ac:picMk id="10" creationId="{09B80AB2-5376-0CFC-A176-B71C7F90D51C}"/>
          </ac:picMkLst>
        </pc:picChg>
        <pc:picChg chg="add mod">
          <ac:chgData name="Jong Min Lee" userId="4e210199c17d5953" providerId="LiveId" clId="{59568C44-6BFC-4C6D-8921-65725732E721}" dt="2025-01-28T21:04:42.507" v="110" actId="14100"/>
          <ac:picMkLst>
            <pc:docMk/>
            <pc:sldMk cId="1704575742" sldId="330"/>
            <ac:picMk id="15" creationId="{C2395594-A2D5-F744-CBC5-6164C5BFCE16}"/>
          </ac:picMkLst>
        </pc:picChg>
        <pc:picChg chg="add mod">
          <ac:chgData name="Jong Min Lee" userId="4e210199c17d5953" providerId="LiveId" clId="{59568C44-6BFC-4C6D-8921-65725732E721}" dt="2025-01-28T21:05:02.947" v="113" actId="14100"/>
          <ac:picMkLst>
            <pc:docMk/>
            <pc:sldMk cId="1704575742" sldId="330"/>
            <ac:picMk id="17" creationId="{A61CB182-C357-A4F0-48B8-D2CBE8A0E6F7}"/>
          </ac:picMkLst>
        </pc:picChg>
      </pc:sldChg>
      <pc:sldChg chg="del">
        <pc:chgData name="Jong Min Lee" userId="4e210199c17d5953" providerId="LiveId" clId="{59568C44-6BFC-4C6D-8921-65725732E721}" dt="2025-01-28T19:07:28.719" v="11" actId="47"/>
        <pc:sldMkLst>
          <pc:docMk/>
          <pc:sldMk cId="4009889663" sldId="334"/>
        </pc:sldMkLst>
      </pc:sldChg>
      <pc:sldChg chg="del">
        <pc:chgData name="Jong Min Lee" userId="4e210199c17d5953" providerId="LiveId" clId="{59568C44-6BFC-4C6D-8921-65725732E721}" dt="2025-01-28T19:07:31.560" v="12" actId="47"/>
        <pc:sldMkLst>
          <pc:docMk/>
          <pc:sldMk cId="3475253450" sldId="335"/>
        </pc:sldMkLst>
      </pc:sldChg>
      <pc:sldChg chg="modSp mod ord">
        <pc:chgData name="Jong Min Lee" userId="4e210199c17d5953" providerId="LiveId" clId="{59568C44-6BFC-4C6D-8921-65725732E721}" dt="2025-01-28T21:06:58.915" v="117"/>
        <pc:sldMkLst>
          <pc:docMk/>
          <pc:sldMk cId="3844782324" sldId="336"/>
        </pc:sldMkLst>
        <pc:spChg chg="mod">
          <ac:chgData name="Jong Min Lee" userId="4e210199c17d5953" providerId="LiveId" clId="{59568C44-6BFC-4C6D-8921-65725732E721}" dt="2025-01-28T19:07:07.878" v="9" actId="255"/>
          <ac:spMkLst>
            <pc:docMk/>
            <pc:sldMk cId="3844782324" sldId="336"/>
            <ac:spMk id="3" creationId="{4B96BD04-6EF6-A0E4-BE04-221268411F46}"/>
          </ac:spMkLst>
        </pc:spChg>
      </pc:sldChg>
      <pc:sldChg chg="del">
        <pc:chgData name="Jong Min Lee" userId="4e210199c17d5953" providerId="LiveId" clId="{59568C44-6BFC-4C6D-8921-65725732E721}" dt="2025-01-28T19:07:27.058" v="10" actId="47"/>
        <pc:sldMkLst>
          <pc:docMk/>
          <pc:sldMk cId="1557504892" sldId="337"/>
        </pc:sldMkLst>
      </pc:sldChg>
      <pc:sldChg chg="del">
        <pc:chgData name="Jong Min Lee" userId="4e210199c17d5953" providerId="LiveId" clId="{59568C44-6BFC-4C6D-8921-65725732E721}" dt="2025-01-28T19:07:34.304" v="13" actId="47"/>
        <pc:sldMkLst>
          <pc:docMk/>
          <pc:sldMk cId="235234746" sldId="338"/>
        </pc:sldMkLst>
      </pc:sldChg>
      <pc:sldChg chg="del">
        <pc:chgData name="Jong Min Lee" userId="4e210199c17d5953" providerId="LiveId" clId="{59568C44-6BFC-4C6D-8921-65725732E721}" dt="2025-01-28T19:07:38.332" v="14" actId="47"/>
        <pc:sldMkLst>
          <pc:docMk/>
          <pc:sldMk cId="1661514612" sldId="340"/>
        </pc:sldMkLst>
      </pc:sldChg>
      <pc:sldChg chg="modSp mod">
        <pc:chgData name="Jong Min Lee" userId="4e210199c17d5953" providerId="LiveId" clId="{59568C44-6BFC-4C6D-8921-65725732E721}" dt="2025-01-28T20:42:55.173" v="77" actId="14100"/>
        <pc:sldMkLst>
          <pc:docMk/>
          <pc:sldMk cId="2686587726" sldId="344"/>
        </pc:sldMkLst>
        <pc:picChg chg="mod">
          <ac:chgData name="Jong Min Lee" userId="4e210199c17d5953" providerId="LiveId" clId="{59568C44-6BFC-4C6D-8921-65725732E721}" dt="2025-01-28T20:42:55.173" v="77" actId="14100"/>
          <ac:picMkLst>
            <pc:docMk/>
            <pc:sldMk cId="2686587726" sldId="344"/>
            <ac:picMk id="5" creationId="{99BC8016-F52D-706E-CA36-106F0F0F8851}"/>
          </ac:picMkLst>
        </pc:picChg>
      </pc:sldChg>
      <pc:sldChg chg="ord">
        <pc:chgData name="Jong Min Lee" userId="4e210199c17d5953" providerId="LiveId" clId="{59568C44-6BFC-4C6D-8921-65725732E721}" dt="2025-01-28T21:08:12.789" v="121"/>
        <pc:sldMkLst>
          <pc:docMk/>
          <pc:sldMk cId="3111936461" sldId="348"/>
        </pc:sldMkLst>
      </pc:sldChg>
      <pc:sldChg chg="ord">
        <pc:chgData name="Jong Min Lee" userId="4e210199c17d5953" providerId="LiveId" clId="{59568C44-6BFC-4C6D-8921-65725732E721}" dt="2025-01-28T21:06:41.133" v="115"/>
        <pc:sldMkLst>
          <pc:docMk/>
          <pc:sldMk cId="3123025385" sldId="383"/>
        </pc:sldMkLst>
      </pc:sldChg>
      <pc:sldChg chg="addSp modSp mod">
        <pc:chgData name="Jong Min Lee" userId="4e210199c17d5953" providerId="LiveId" clId="{59568C44-6BFC-4C6D-8921-65725732E721}" dt="2025-01-28T21:53:46.192" v="136" actId="1076"/>
        <pc:sldMkLst>
          <pc:docMk/>
          <pc:sldMk cId="953366610" sldId="384"/>
        </pc:sldMkLst>
        <pc:picChg chg="add mod">
          <ac:chgData name="Jong Min Lee" userId="4e210199c17d5953" providerId="LiveId" clId="{59568C44-6BFC-4C6D-8921-65725732E721}" dt="2025-01-28T21:53:46.192" v="136" actId="1076"/>
          <ac:picMkLst>
            <pc:docMk/>
            <pc:sldMk cId="953366610" sldId="384"/>
            <ac:picMk id="3" creationId="{D5DA5D20-2467-B53A-D172-D2ED843E148D}"/>
          </ac:picMkLst>
        </pc:picChg>
        <pc:picChg chg="mod">
          <ac:chgData name="Jong Min Lee" userId="4e210199c17d5953" providerId="LiveId" clId="{59568C44-6BFC-4C6D-8921-65725732E721}" dt="2025-01-28T21:53:43.116" v="134" actId="1076"/>
          <ac:picMkLst>
            <pc:docMk/>
            <pc:sldMk cId="953366610" sldId="384"/>
            <ac:picMk id="5" creationId="{6CC23BBF-9572-072B-EDBF-D4BC1062790B}"/>
          </ac:picMkLst>
        </pc:picChg>
      </pc:sldChg>
      <pc:sldChg chg="del">
        <pc:chgData name="Jong Min Lee" userId="4e210199c17d5953" providerId="LiveId" clId="{59568C44-6BFC-4C6D-8921-65725732E721}" dt="2025-01-28T19:07:39.980" v="15" actId="47"/>
        <pc:sldMkLst>
          <pc:docMk/>
          <pc:sldMk cId="3465631661" sldId="388"/>
        </pc:sldMkLst>
      </pc:sldChg>
      <pc:sldChg chg="modSp mod">
        <pc:chgData name="Jong Min Lee" userId="4e210199c17d5953" providerId="LiveId" clId="{59568C44-6BFC-4C6D-8921-65725732E721}" dt="2025-01-28T21:52:56.785" v="130"/>
        <pc:sldMkLst>
          <pc:docMk/>
          <pc:sldMk cId="3804056273" sldId="389"/>
        </pc:sldMkLst>
        <pc:spChg chg="mod">
          <ac:chgData name="Jong Min Lee" userId="4e210199c17d5953" providerId="LiveId" clId="{59568C44-6BFC-4C6D-8921-65725732E721}" dt="2025-01-28T21:52:56.785" v="130"/>
          <ac:spMkLst>
            <pc:docMk/>
            <pc:sldMk cId="3804056273" sldId="389"/>
            <ac:spMk id="2" creationId="{0E8407C6-AEC1-5331-E17C-76077E19ED19}"/>
          </ac:spMkLst>
        </pc:spChg>
      </pc:sldChg>
      <pc:sldChg chg="addSp modSp modAnim modNotesTx">
        <pc:chgData name="Jong Min Lee" userId="4e210199c17d5953" providerId="LiveId" clId="{59568C44-6BFC-4C6D-8921-65725732E721}" dt="2025-01-28T22:04:53.015" v="159" actId="20577"/>
        <pc:sldMkLst>
          <pc:docMk/>
          <pc:sldMk cId="666296569" sldId="395"/>
        </pc:sldMkLst>
        <pc:picChg chg="add mod">
          <ac:chgData name="Jong Min Lee" userId="4e210199c17d5953" providerId="LiveId" clId="{59568C44-6BFC-4C6D-8921-65725732E721}" dt="2025-01-28T22:01:56.611" v="141" actId="1076"/>
          <ac:picMkLst>
            <pc:docMk/>
            <pc:sldMk cId="666296569" sldId="395"/>
            <ac:picMk id="2050" creationId="{60BEDC6A-F4C2-C229-641E-3DF6F39FCE01}"/>
          </ac:picMkLst>
        </pc:picChg>
      </pc:sldChg>
      <pc:sldChg chg="addSp delSp modSp new mod ord">
        <pc:chgData name="Jong Min Lee" userId="4e210199c17d5953" providerId="LiveId" clId="{59568C44-6BFC-4C6D-8921-65725732E721}" dt="2025-01-28T21:42:19.559" v="123"/>
        <pc:sldMkLst>
          <pc:docMk/>
          <pc:sldMk cId="3597111208" sldId="396"/>
        </pc:sldMkLst>
        <pc:spChg chg="mod">
          <ac:chgData name="Jong Min Lee" userId="4e210199c17d5953" providerId="LiveId" clId="{59568C44-6BFC-4C6D-8921-65725732E721}" dt="2025-01-28T20:20:01.932" v="26" actId="20577"/>
          <ac:spMkLst>
            <pc:docMk/>
            <pc:sldMk cId="3597111208" sldId="396"/>
            <ac:spMk id="2" creationId="{EE4E8A75-19D2-6A36-3183-760649CA5250}"/>
          </ac:spMkLst>
        </pc:spChg>
        <pc:picChg chg="add mod ord">
          <ac:chgData name="Jong Min Lee" userId="4e210199c17d5953" providerId="LiveId" clId="{59568C44-6BFC-4C6D-8921-65725732E721}" dt="2025-01-28T20:22:57.996" v="39" actId="1076"/>
          <ac:picMkLst>
            <pc:docMk/>
            <pc:sldMk cId="3597111208" sldId="396"/>
            <ac:picMk id="5" creationId="{01C8DD2E-6379-9BA5-DD43-94F124D4A298}"/>
          </ac:picMkLst>
        </pc:picChg>
        <pc:picChg chg="add mod">
          <ac:chgData name="Jong Min Lee" userId="4e210199c17d5953" providerId="LiveId" clId="{59568C44-6BFC-4C6D-8921-65725732E721}" dt="2025-01-28T20:21:40.645" v="35" actId="1076"/>
          <ac:picMkLst>
            <pc:docMk/>
            <pc:sldMk cId="3597111208" sldId="396"/>
            <ac:picMk id="7" creationId="{AC3A9FC3-F694-A12B-7186-993B4E3D45D2}"/>
          </ac:picMkLst>
        </pc:picChg>
      </pc:sldChg>
      <pc:sldChg chg="addSp delSp modSp new mod ord">
        <pc:chgData name="Jong Min Lee" userId="4e210199c17d5953" providerId="LiveId" clId="{59568C44-6BFC-4C6D-8921-65725732E721}" dt="2025-01-28T21:42:39.111" v="129"/>
        <pc:sldMkLst>
          <pc:docMk/>
          <pc:sldMk cId="126607180" sldId="397"/>
        </pc:sldMkLst>
        <pc:spChg chg="mod">
          <ac:chgData name="Jong Min Lee" userId="4e210199c17d5953" providerId="LiveId" clId="{59568C44-6BFC-4C6D-8921-65725732E721}" dt="2025-01-28T20:33:04.318" v="62" actId="20577"/>
          <ac:spMkLst>
            <pc:docMk/>
            <pc:sldMk cId="126607180" sldId="397"/>
            <ac:spMk id="2" creationId="{2444C5FA-9FA2-E0D1-867B-618CA93AEFD1}"/>
          </ac:spMkLst>
        </pc:spChg>
        <pc:graphicFrameChg chg="add mod modGraphic">
          <ac:chgData name="Jong Min Lee" userId="4e210199c17d5953" providerId="LiveId" clId="{59568C44-6BFC-4C6D-8921-65725732E721}" dt="2025-01-28T20:33:10.067" v="64" actId="14100"/>
          <ac:graphicFrameMkLst>
            <pc:docMk/>
            <pc:sldMk cId="126607180" sldId="397"/>
            <ac:graphicFrameMk id="4" creationId="{831E6BB6-9CB5-1411-A19B-B3E83D7B8CDB}"/>
          </ac:graphicFrameMkLst>
        </pc:graphicFrameChg>
      </pc:sldChg>
      <pc:sldChg chg="addSp delSp modSp new mod modAnim">
        <pc:chgData name="Jong Min Lee" userId="4e210199c17d5953" providerId="LiveId" clId="{59568C44-6BFC-4C6D-8921-65725732E721}" dt="2025-01-28T20:51:01.126" v="85" actId="1076"/>
        <pc:sldMkLst>
          <pc:docMk/>
          <pc:sldMk cId="366488726" sldId="398"/>
        </pc:sldMkLst>
        <pc:spChg chg="mod">
          <ac:chgData name="Jong Min Lee" userId="4e210199c17d5953" providerId="LiveId" clId="{59568C44-6BFC-4C6D-8921-65725732E721}" dt="2025-01-28T20:50:39.800" v="79"/>
          <ac:spMkLst>
            <pc:docMk/>
            <pc:sldMk cId="366488726" sldId="398"/>
            <ac:spMk id="2" creationId="{73D9EDE9-1FB7-83CC-5A6E-D797A5E47CDA}"/>
          </ac:spMkLst>
        </pc:spChg>
        <pc:picChg chg="add mod">
          <ac:chgData name="Jong Min Lee" userId="4e210199c17d5953" providerId="LiveId" clId="{59568C44-6BFC-4C6D-8921-65725732E721}" dt="2025-01-28T20:50:51.814" v="81" actId="1076"/>
          <ac:picMkLst>
            <pc:docMk/>
            <pc:sldMk cId="366488726" sldId="398"/>
            <ac:picMk id="4" creationId="{F6F3DAAF-0C82-3CD1-ACBB-0E780F144DC0}"/>
          </ac:picMkLst>
        </pc:picChg>
        <pc:picChg chg="add mod">
          <ac:chgData name="Jong Min Lee" userId="4e210199c17d5953" providerId="LiveId" clId="{59568C44-6BFC-4C6D-8921-65725732E721}" dt="2025-01-28T20:51:01.126" v="85" actId="1076"/>
          <ac:picMkLst>
            <pc:docMk/>
            <pc:sldMk cId="366488726" sldId="398"/>
            <ac:picMk id="5" creationId="{DDE65197-B67B-9094-B584-2E0858C9FE2E}"/>
          </ac:picMkLst>
        </pc:picChg>
      </pc:sldChg>
      <pc:sldChg chg="addSp delSp modSp new mod">
        <pc:chgData name="Jong Min Lee" userId="4e210199c17d5953" providerId="LiveId" clId="{59568C44-6BFC-4C6D-8921-65725732E721}" dt="2025-01-28T22:13:50.424" v="500" actId="21"/>
        <pc:sldMkLst>
          <pc:docMk/>
          <pc:sldMk cId="2376218158" sldId="399"/>
        </pc:sldMkLst>
        <pc:spChg chg="mod">
          <ac:chgData name="Jong Min Lee" userId="4e210199c17d5953" providerId="LiveId" clId="{59568C44-6BFC-4C6D-8921-65725732E721}" dt="2025-01-28T22:09:09.944" v="237" actId="20577"/>
          <ac:spMkLst>
            <pc:docMk/>
            <pc:sldMk cId="2376218158" sldId="399"/>
            <ac:spMk id="2" creationId="{72018435-2E0F-1D51-6724-BBF819994298}"/>
          </ac:spMkLst>
        </pc:spChg>
        <pc:spChg chg="mod">
          <ac:chgData name="Jong Min Lee" userId="4e210199c17d5953" providerId="LiveId" clId="{59568C44-6BFC-4C6D-8921-65725732E721}" dt="2025-01-28T22:13:50.424" v="500" actId="21"/>
          <ac:spMkLst>
            <pc:docMk/>
            <pc:sldMk cId="2376218158" sldId="399"/>
            <ac:spMk id="3" creationId="{44D0C875-7DAF-B9D6-6135-292156788E75}"/>
          </ac:spMkLst>
        </pc:spChg>
      </pc:sldChg>
      <pc:sldChg chg="addSp delSp modSp new mod">
        <pc:chgData name="Jong Min Lee" userId="4e210199c17d5953" providerId="LiveId" clId="{59568C44-6BFC-4C6D-8921-65725732E721}" dt="2025-01-28T22:17:36.551" v="517"/>
        <pc:sldMkLst>
          <pc:docMk/>
          <pc:sldMk cId="1451798085" sldId="400"/>
        </pc:sldMkLst>
        <pc:spChg chg="mod">
          <ac:chgData name="Jong Min Lee" userId="4e210199c17d5953" providerId="LiveId" clId="{59568C44-6BFC-4C6D-8921-65725732E721}" dt="2025-01-28T22:17:36.551" v="517"/>
          <ac:spMkLst>
            <pc:docMk/>
            <pc:sldMk cId="1451798085" sldId="400"/>
            <ac:spMk id="2" creationId="{36F772E9-63D1-1FF4-3683-8B451E6E1BF9}"/>
          </ac:spMkLst>
        </pc:spChg>
        <pc:spChg chg="add del mod">
          <ac:chgData name="Jong Min Lee" userId="4e210199c17d5953" providerId="LiveId" clId="{59568C44-6BFC-4C6D-8921-65725732E721}" dt="2025-01-28T22:15:33.705" v="507"/>
          <ac:spMkLst>
            <pc:docMk/>
            <pc:sldMk cId="1451798085" sldId="400"/>
            <ac:spMk id="3" creationId="{C8035514-7DC5-CBB9-AF03-F1543EC71AFD}"/>
          </ac:spMkLst>
        </pc:spChg>
        <pc:graphicFrameChg chg="add mod modGraphic">
          <ac:chgData name="Jong Min Lee" userId="4e210199c17d5953" providerId="LiveId" clId="{59568C44-6BFC-4C6D-8921-65725732E721}" dt="2025-01-28T22:17:07.616" v="516" actId="2165"/>
          <ac:graphicFrameMkLst>
            <pc:docMk/>
            <pc:sldMk cId="1451798085" sldId="400"/>
            <ac:graphicFrameMk id="5" creationId="{CCCC20B4-304B-5013-763B-F2720682A115}"/>
          </ac:graphicFrameMkLst>
        </pc:graphicFrameChg>
      </pc:sldChg>
    </pc:docChg>
  </pc:docChgLst>
  <pc:docChgLst>
    <pc:chgData name="Jong Min Lee" userId="4e210199c17d5953" providerId="LiveId" clId="{C5FE1007-7C5E-4D1A-877E-15F060403098}"/>
    <pc:docChg chg="undo custSel addSld delSld modSld sldOrd">
      <pc:chgData name="Jong Min Lee" userId="4e210199c17d5953" providerId="LiveId" clId="{C5FE1007-7C5E-4D1A-877E-15F060403098}" dt="2025-02-06T06:22:53.070" v="339" actId="47"/>
      <pc:docMkLst>
        <pc:docMk/>
      </pc:docMkLst>
      <pc:sldChg chg="ord">
        <pc:chgData name="Jong Min Lee" userId="4e210199c17d5953" providerId="LiveId" clId="{C5FE1007-7C5E-4D1A-877E-15F060403098}" dt="2025-01-31T08:44:56.094" v="34"/>
        <pc:sldMkLst>
          <pc:docMk/>
          <pc:sldMk cId="4109533931" sldId="284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2239119865" sldId="293"/>
        </pc:sldMkLst>
      </pc:sldChg>
      <pc:sldChg chg="ord">
        <pc:chgData name="Jong Min Lee" userId="4e210199c17d5953" providerId="LiveId" clId="{C5FE1007-7C5E-4D1A-877E-15F060403098}" dt="2025-01-31T07:20:09.929" v="32"/>
        <pc:sldMkLst>
          <pc:docMk/>
          <pc:sldMk cId="421372723" sldId="294"/>
        </pc:sldMkLst>
      </pc:sldChg>
      <pc:sldChg chg="ord">
        <pc:chgData name="Jong Min Lee" userId="4e210199c17d5953" providerId="LiveId" clId="{C5FE1007-7C5E-4D1A-877E-15F060403098}" dt="2025-01-31T07:20:04.119" v="28"/>
        <pc:sldMkLst>
          <pc:docMk/>
          <pc:sldMk cId="4062709064" sldId="295"/>
        </pc:sldMkLst>
      </pc:sldChg>
      <pc:sldChg chg="modNotesTx">
        <pc:chgData name="Jong Min Lee" userId="4e210199c17d5953" providerId="LiveId" clId="{C5FE1007-7C5E-4D1A-877E-15F060403098}" dt="2025-01-31T07:18:38.172" v="22" actId="20577"/>
        <pc:sldMkLst>
          <pc:docMk/>
          <pc:sldMk cId="4278471861" sldId="296"/>
        </pc:sldMkLst>
      </pc:sldChg>
      <pc:sldChg chg="ord">
        <pc:chgData name="Jong Min Lee" userId="4e210199c17d5953" providerId="LiveId" clId="{C5FE1007-7C5E-4D1A-877E-15F060403098}" dt="2025-02-02T07:37:32.566" v="152"/>
        <pc:sldMkLst>
          <pc:docMk/>
          <pc:sldMk cId="3706387955" sldId="302"/>
        </pc:sldMkLst>
      </pc:sldChg>
      <pc:sldChg chg="modSp del mod ord">
        <pc:chgData name="Jong Min Lee" userId="4e210199c17d5953" providerId="LiveId" clId="{C5FE1007-7C5E-4D1A-877E-15F060403098}" dt="2025-02-06T06:22:29.728" v="332" actId="47"/>
        <pc:sldMkLst>
          <pc:docMk/>
          <pc:sldMk cId="1384460174" sldId="304"/>
        </pc:sldMkLst>
      </pc:sldChg>
      <pc:sldChg chg="del ord">
        <pc:chgData name="Jong Min Lee" userId="4e210199c17d5953" providerId="LiveId" clId="{C5FE1007-7C5E-4D1A-877E-15F060403098}" dt="2025-02-06T06:22:31.554" v="333" actId="47"/>
        <pc:sldMkLst>
          <pc:docMk/>
          <pc:sldMk cId="532300234" sldId="305"/>
        </pc:sldMkLst>
      </pc:sldChg>
      <pc:sldChg chg="addSp delSp modSp del mod ord">
        <pc:chgData name="Jong Min Lee" userId="4e210199c17d5953" providerId="LiveId" clId="{C5FE1007-7C5E-4D1A-877E-15F060403098}" dt="2025-02-06T06:22:32.641" v="334" actId="47"/>
        <pc:sldMkLst>
          <pc:docMk/>
          <pc:sldMk cId="603801169" sldId="308"/>
        </pc:sldMkLst>
      </pc:sldChg>
      <pc:sldChg chg="ord">
        <pc:chgData name="Jong Min Lee" userId="4e210199c17d5953" providerId="LiveId" clId="{C5FE1007-7C5E-4D1A-877E-15F060403098}" dt="2025-01-31T07:20:07.278" v="30"/>
        <pc:sldMkLst>
          <pc:docMk/>
          <pc:sldMk cId="3057774837" sldId="309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243181867" sldId="310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2787911168" sldId="311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4064968709" sldId="312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557225617" sldId="313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154708642" sldId="314"/>
        </pc:sldMkLst>
      </pc:sldChg>
      <pc:sldChg chg="ord">
        <pc:chgData name="Jong Min Lee" userId="4e210199c17d5953" providerId="LiveId" clId="{C5FE1007-7C5E-4D1A-877E-15F060403098}" dt="2025-01-31T07:20:01.366" v="26"/>
        <pc:sldMkLst>
          <pc:docMk/>
          <pc:sldMk cId="2134035550" sldId="316"/>
        </pc:sldMkLst>
      </pc:sldChg>
      <pc:sldChg chg="modSp mod ord modNotesTx">
        <pc:chgData name="Jong Min Lee" userId="4e210199c17d5953" providerId="LiveId" clId="{C5FE1007-7C5E-4D1A-877E-15F060403098}" dt="2025-02-05T01:16:12.370" v="314"/>
        <pc:sldMkLst>
          <pc:docMk/>
          <pc:sldMk cId="1456844883" sldId="323"/>
        </pc:sldMkLst>
        <pc:spChg chg="mod">
          <ac:chgData name="Jong Min Lee" userId="4e210199c17d5953" providerId="LiveId" clId="{C5FE1007-7C5E-4D1A-877E-15F060403098}" dt="2025-02-02T07:40:26.175" v="212" actId="21"/>
          <ac:spMkLst>
            <pc:docMk/>
            <pc:sldMk cId="1456844883" sldId="323"/>
            <ac:spMk id="3" creationId="{7964DE7D-7FB2-91C4-12B1-D5978BA9478A}"/>
          </ac:spMkLst>
        </pc:spChg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3552472944" sldId="324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1506239911" sldId="332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2203113833" sldId="333"/>
        </pc:sldMkLst>
      </pc:sldChg>
      <pc:sldChg chg="ord">
        <pc:chgData name="Jong Min Lee" userId="4e210199c17d5953" providerId="LiveId" clId="{C5FE1007-7C5E-4D1A-877E-15F060403098}" dt="2025-02-06T06:21:57.588" v="331"/>
        <pc:sldMkLst>
          <pc:docMk/>
          <pc:sldMk cId="30505584" sldId="341"/>
        </pc:sldMkLst>
      </pc:sldChg>
      <pc:sldChg chg="del">
        <pc:chgData name="Jong Min Lee" userId="4e210199c17d5953" providerId="LiveId" clId="{C5FE1007-7C5E-4D1A-877E-15F060403098}" dt="2025-02-02T07:27:04.430" v="135" actId="47"/>
        <pc:sldMkLst>
          <pc:docMk/>
          <pc:sldMk cId="3724405414" sldId="354"/>
        </pc:sldMkLst>
      </pc:sldChg>
      <pc:sldChg chg="ord">
        <pc:chgData name="Jong Min Lee" userId="4e210199c17d5953" providerId="LiveId" clId="{C5FE1007-7C5E-4D1A-877E-15F060403098}" dt="2025-02-02T07:33:33.411" v="142"/>
        <pc:sldMkLst>
          <pc:docMk/>
          <pc:sldMk cId="2430167248" sldId="356"/>
        </pc:sldMkLst>
      </pc:sldChg>
      <pc:sldChg chg="ord">
        <pc:chgData name="Jong Min Lee" userId="4e210199c17d5953" providerId="LiveId" clId="{C5FE1007-7C5E-4D1A-877E-15F060403098}" dt="2025-02-02T07:33:22.241" v="140"/>
        <pc:sldMkLst>
          <pc:docMk/>
          <pc:sldMk cId="939564359" sldId="357"/>
        </pc:sldMkLst>
      </pc:sldChg>
      <pc:sldChg chg="ord">
        <pc:chgData name="Jong Min Lee" userId="4e210199c17d5953" providerId="LiveId" clId="{C5FE1007-7C5E-4D1A-877E-15F060403098}" dt="2025-02-02T07:24:10.892" v="115"/>
        <pc:sldMkLst>
          <pc:docMk/>
          <pc:sldMk cId="3167013248" sldId="360"/>
        </pc:sldMkLst>
      </pc:sldChg>
      <pc:sldChg chg="ord">
        <pc:chgData name="Jong Min Lee" userId="4e210199c17d5953" providerId="LiveId" clId="{C5FE1007-7C5E-4D1A-877E-15F060403098}" dt="2025-02-02T07:24:19.708" v="119"/>
        <pc:sldMkLst>
          <pc:docMk/>
          <pc:sldMk cId="623096692" sldId="361"/>
        </pc:sldMkLst>
      </pc:sldChg>
      <pc:sldChg chg="modSp mod ord">
        <pc:chgData name="Jong Min Lee" userId="4e210199c17d5953" providerId="LiveId" clId="{C5FE1007-7C5E-4D1A-877E-15F060403098}" dt="2025-02-02T07:26:53.102" v="134" actId="20577"/>
        <pc:sldMkLst>
          <pc:docMk/>
          <pc:sldMk cId="1614961723" sldId="362"/>
        </pc:sldMkLst>
        <pc:spChg chg="mod">
          <ac:chgData name="Jong Min Lee" userId="4e210199c17d5953" providerId="LiveId" clId="{C5FE1007-7C5E-4D1A-877E-15F060403098}" dt="2025-02-02T07:26:53.102" v="134" actId="20577"/>
          <ac:spMkLst>
            <pc:docMk/>
            <pc:sldMk cId="1614961723" sldId="362"/>
            <ac:spMk id="2" creationId="{43CA6EA6-1FF8-D05B-0E7E-99BC56780546}"/>
          </ac:spMkLst>
        </pc:spChg>
      </pc:sldChg>
      <pc:sldChg chg="ord modNotesTx">
        <pc:chgData name="Jong Min Lee" userId="4e210199c17d5953" providerId="LiveId" clId="{C5FE1007-7C5E-4D1A-877E-15F060403098}" dt="2025-02-02T07:36:26.226" v="150" actId="20577"/>
        <pc:sldMkLst>
          <pc:docMk/>
          <pc:sldMk cId="67548290" sldId="363"/>
        </pc:sldMkLst>
      </pc:sldChg>
      <pc:sldChg chg="del ord">
        <pc:chgData name="Jong Min Lee" userId="4e210199c17d5953" providerId="LiveId" clId="{C5FE1007-7C5E-4D1A-877E-15F060403098}" dt="2025-02-02T07:32:59.697" v="137" actId="47"/>
        <pc:sldMkLst>
          <pc:docMk/>
          <pc:sldMk cId="497241026" sldId="365"/>
        </pc:sldMkLst>
      </pc:sldChg>
      <pc:sldChg chg="del">
        <pc:chgData name="Jong Min Lee" userId="4e210199c17d5953" providerId="LiveId" clId="{C5FE1007-7C5E-4D1A-877E-15F060403098}" dt="2025-02-02T07:27:45.721" v="136" actId="47"/>
        <pc:sldMkLst>
          <pc:docMk/>
          <pc:sldMk cId="2619914232" sldId="366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2962600843" sldId="369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742974771" sldId="370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2370300317" sldId="371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1383990472" sldId="372"/>
        </pc:sldMkLst>
      </pc:sldChg>
      <pc:sldChg chg="del ord">
        <pc:chgData name="Jong Min Lee" userId="4e210199c17d5953" providerId="LiveId" clId="{C5FE1007-7C5E-4D1A-877E-15F060403098}" dt="2025-02-02T07:41:25.705" v="221" actId="47"/>
        <pc:sldMkLst>
          <pc:docMk/>
          <pc:sldMk cId="2727582418" sldId="373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2329391339" sldId="374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3996062388" sldId="375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2081949814" sldId="376"/>
        </pc:sldMkLst>
      </pc:sldChg>
      <pc:sldChg chg="ord">
        <pc:chgData name="Jong Min Lee" userId="4e210199c17d5953" providerId="LiveId" clId="{C5FE1007-7C5E-4D1A-877E-15F060403098}" dt="2025-02-02T07:24:09.204" v="113"/>
        <pc:sldMkLst>
          <pc:docMk/>
          <pc:sldMk cId="477244215" sldId="377"/>
        </pc:sldMkLst>
      </pc:sldChg>
      <pc:sldChg chg="del ord">
        <pc:chgData name="Jong Min Lee" userId="4e210199c17d5953" providerId="LiveId" clId="{C5FE1007-7C5E-4D1A-877E-15F060403098}" dt="2025-02-02T07:33:02.281" v="138" actId="47"/>
        <pc:sldMkLst>
          <pc:docMk/>
          <pc:sldMk cId="256464029" sldId="379"/>
        </pc:sldMkLst>
      </pc:sldChg>
      <pc:sldChg chg="del">
        <pc:chgData name="Jong Min Lee" userId="4e210199c17d5953" providerId="LiveId" clId="{C5FE1007-7C5E-4D1A-877E-15F060403098}" dt="2025-02-06T06:22:53.070" v="339" actId="47"/>
        <pc:sldMkLst>
          <pc:docMk/>
          <pc:sldMk cId="2261968447" sldId="380"/>
        </pc:sldMkLst>
      </pc:sldChg>
      <pc:sldChg chg="del">
        <pc:chgData name="Jong Min Lee" userId="4e210199c17d5953" providerId="LiveId" clId="{C5FE1007-7C5E-4D1A-877E-15F060403098}" dt="2025-02-06T06:22:34.259" v="336" actId="47"/>
        <pc:sldMkLst>
          <pc:docMk/>
          <pc:sldMk cId="1245195282" sldId="391"/>
        </pc:sldMkLst>
      </pc:sldChg>
      <pc:sldChg chg="del ord">
        <pc:chgData name="Jong Min Lee" userId="4e210199c17d5953" providerId="LiveId" clId="{C5FE1007-7C5E-4D1A-877E-15F060403098}" dt="2025-02-06T06:22:36.348" v="338" actId="47"/>
        <pc:sldMkLst>
          <pc:docMk/>
          <pc:sldMk cId="2232125504" sldId="392"/>
        </pc:sldMkLst>
      </pc:sldChg>
      <pc:sldChg chg="del">
        <pc:chgData name="Jong Min Lee" userId="4e210199c17d5953" providerId="LiveId" clId="{C5FE1007-7C5E-4D1A-877E-15F060403098}" dt="2025-02-06T06:22:34.808" v="337" actId="47"/>
        <pc:sldMkLst>
          <pc:docMk/>
          <pc:sldMk cId="1980654995" sldId="393"/>
        </pc:sldMkLst>
      </pc:sldChg>
      <pc:sldChg chg="modSp mod">
        <pc:chgData name="Jong Min Lee" userId="4e210199c17d5953" providerId="LiveId" clId="{C5FE1007-7C5E-4D1A-877E-15F060403098}" dt="2025-02-05T01:14:49.151" v="304"/>
        <pc:sldMkLst>
          <pc:docMk/>
          <pc:sldMk cId="3750917277" sldId="394"/>
        </pc:sldMkLst>
        <pc:spChg chg="mod">
          <ac:chgData name="Jong Min Lee" userId="4e210199c17d5953" providerId="LiveId" clId="{C5FE1007-7C5E-4D1A-877E-15F060403098}" dt="2025-02-05T01:14:49.151" v="304"/>
          <ac:spMkLst>
            <pc:docMk/>
            <pc:sldMk cId="3750917277" sldId="394"/>
            <ac:spMk id="3" creationId="{7511DB8C-E9E2-609C-0E05-D255BE969D31}"/>
          </ac:spMkLst>
        </pc:spChg>
      </pc:sldChg>
      <pc:sldChg chg="ord modNotesTx">
        <pc:chgData name="Jong Min Lee" userId="4e210199c17d5953" providerId="LiveId" clId="{C5FE1007-7C5E-4D1A-877E-15F060403098}" dt="2025-02-02T20:42:55.622" v="297" actId="20577"/>
        <pc:sldMkLst>
          <pc:docMk/>
          <pc:sldMk cId="3597111208" sldId="396"/>
        </pc:sldMkLst>
      </pc:sldChg>
      <pc:sldChg chg="modNotesTx">
        <pc:chgData name="Jong Min Lee" userId="4e210199c17d5953" providerId="LiveId" clId="{C5FE1007-7C5E-4D1A-877E-15F060403098}" dt="2025-01-31T07:05:46.498" v="0"/>
        <pc:sldMkLst>
          <pc:docMk/>
          <pc:sldMk cId="126607180" sldId="397"/>
        </pc:sldMkLst>
      </pc:sldChg>
      <pc:sldChg chg="addSp delSp modSp mod modAnim">
        <pc:chgData name="Jong Min Lee" userId="4e210199c17d5953" providerId="LiveId" clId="{C5FE1007-7C5E-4D1A-877E-15F060403098}" dt="2025-02-05T01:15:35.249" v="312" actId="20577"/>
        <pc:sldMkLst>
          <pc:docMk/>
          <pc:sldMk cId="2376218158" sldId="399"/>
        </pc:sldMkLst>
        <pc:spChg chg="mod">
          <ac:chgData name="Jong Min Lee" userId="4e210199c17d5953" providerId="LiveId" clId="{C5FE1007-7C5E-4D1A-877E-15F060403098}" dt="2025-02-05T01:15:35.249" v="312" actId="20577"/>
          <ac:spMkLst>
            <pc:docMk/>
            <pc:sldMk cId="2376218158" sldId="399"/>
            <ac:spMk id="3" creationId="{44D0C875-7DAF-B9D6-6135-292156788E75}"/>
          </ac:spMkLst>
        </pc:spChg>
        <pc:spChg chg="add">
          <ac:chgData name="Jong Min Lee" userId="4e210199c17d5953" providerId="LiveId" clId="{C5FE1007-7C5E-4D1A-877E-15F060403098}" dt="2025-01-31T08:48:19.771" v="37" actId="11529"/>
          <ac:spMkLst>
            <pc:docMk/>
            <pc:sldMk cId="2376218158" sldId="399"/>
            <ac:spMk id="5" creationId="{5558EB80-55D2-48D0-729E-7B73E2F3E293}"/>
          </ac:spMkLst>
        </pc:spChg>
        <pc:spChg chg="add mod">
          <ac:chgData name="Jong Min Lee" userId="4e210199c17d5953" providerId="LiveId" clId="{C5FE1007-7C5E-4D1A-877E-15F060403098}" dt="2025-01-31T08:48:37.906" v="47" actId="1038"/>
          <ac:spMkLst>
            <pc:docMk/>
            <pc:sldMk cId="2376218158" sldId="399"/>
            <ac:spMk id="6" creationId="{8D7455AA-F0A6-11BE-8E62-635D4C977E50}"/>
          </ac:spMkLst>
        </pc:spChg>
      </pc:sldChg>
      <pc:sldChg chg="modSp mod">
        <pc:chgData name="Jong Min Lee" userId="4e210199c17d5953" providerId="LiveId" clId="{C5FE1007-7C5E-4D1A-877E-15F060403098}" dt="2025-01-31T08:53:45.156" v="91" actId="20577"/>
        <pc:sldMkLst>
          <pc:docMk/>
          <pc:sldMk cId="1451798085" sldId="400"/>
        </pc:sldMkLst>
        <pc:spChg chg="mod">
          <ac:chgData name="Jong Min Lee" userId="4e210199c17d5953" providerId="LiveId" clId="{C5FE1007-7C5E-4D1A-877E-15F060403098}" dt="2025-01-31T08:53:45.156" v="91" actId="20577"/>
          <ac:spMkLst>
            <pc:docMk/>
            <pc:sldMk cId="1451798085" sldId="400"/>
            <ac:spMk id="3" creationId="{C8035514-7DC5-CBB9-AF03-F1543EC71AFD}"/>
          </ac:spMkLst>
        </pc:spChg>
      </pc:sldChg>
      <pc:sldChg chg="add">
        <pc:chgData name="Jong Min Lee" userId="4e210199c17d5953" providerId="LiveId" clId="{C5FE1007-7C5E-4D1A-877E-15F060403098}" dt="2025-02-02T07:23:37.238" v="111"/>
        <pc:sldMkLst>
          <pc:docMk/>
          <pc:sldMk cId="1691907576" sldId="401"/>
        </pc:sldMkLst>
      </pc:sldChg>
      <pc:sldChg chg="addSp delSp modSp new del mod ord">
        <pc:chgData name="Jong Min Lee" userId="4e210199c17d5953" providerId="LiveId" clId="{C5FE1007-7C5E-4D1A-877E-15F060403098}" dt="2025-02-06T06:22:33.224" v="335" actId="47"/>
        <pc:sldMkLst>
          <pc:docMk/>
          <pc:sldMk cId="637700125" sldId="402"/>
        </pc:sldMkLst>
      </pc:sldChg>
      <pc:sldChg chg="modSp new mod">
        <pc:chgData name="Jong Min Lee" userId="4e210199c17d5953" providerId="LiveId" clId="{C5FE1007-7C5E-4D1A-877E-15F060403098}" dt="2025-02-02T07:41:02.726" v="220" actId="5793"/>
        <pc:sldMkLst>
          <pc:docMk/>
          <pc:sldMk cId="3678823200" sldId="403"/>
        </pc:sldMkLst>
        <pc:spChg chg="mod">
          <ac:chgData name="Jong Min Lee" userId="4e210199c17d5953" providerId="LiveId" clId="{C5FE1007-7C5E-4D1A-877E-15F060403098}" dt="2025-02-02T07:39:36.139" v="176" actId="20577"/>
          <ac:spMkLst>
            <pc:docMk/>
            <pc:sldMk cId="3678823200" sldId="403"/>
            <ac:spMk id="2" creationId="{3AD4107E-2753-C49C-7076-0E4D41DCE31A}"/>
          </ac:spMkLst>
        </pc:spChg>
        <pc:spChg chg="mod">
          <ac:chgData name="Jong Min Lee" userId="4e210199c17d5953" providerId="LiveId" clId="{C5FE1007-7C5E-4D1A-877E-15F060403098}" dt="2025-02-02T07:41:02.726" v="220" actId="5793"/>
          <ac:spMkLst>
            <pc:docMk/>
            <pc:sldMk cId="3678823200" sldId="403"/>
            <ac:spMk id="3" creationId="{2FAAC501-76CE-BC0D-6986-9BFC635A0717}"/>
          </ac:spMkLst>
        </pc:spChg>
      </pc:sldChg>
      <pc:sldChg chg="modSp new mod">
        <pc:chgData name="Jong Min Lee" userId="4e210199c17d5953" providerId="LiveId" clId="{C5FE1007-7C5E-4D1A-877E-15F060403098}" dt="2025-02-02T07:40:48.913" v="217" actId="20577"/>
        <pc:sldMkLst>
          <pc:docMk/>
          <pc:sldMk cId="2812693611" sldId="404"/>
        </pc:sldMkLst>
        <pc:spChg chg="mod">
          <ac:chgData name="Jong Min Lee" userId="4e210199c17d5953" providerId="LiveId" clId="{C5FE1007-7C5E-4D1A-877E-15F060403098}" dt="2025-02-02T07:40:48.913" v="217" actId="20577"/>
          <ac:spMkLst>
            <pc:docMk/>
            <pc:sldMk cId="2812693611" sldId="404"/>
            <ac:spMk id="2" creationId="{93FBE8AD-F179-B6D6-9DD3-B781F37B8230}"/>
          </ac:spMkLst>
        </pc:spChg>
        <pc:spChg chg="mod">
          <ac:chgData name="Jong Min Lee" userId="4e210199c17d5953" providerId="LiveId" clId="{C5FE1007-7C5E-4D1A-877E-15F060403098}" dt="2025-02-02T07:40:45.273" v="214"/>
          <ac:spMkLst>
            <pc:docMk/>
            <pc:sldMk cId="2812693611" sldId="404"/>
            <ac:spMk id="3" creationId="{83D8AE82-5162-70E5-E37D-6CCB1634D9E6}"/>
          </ac:spMkLst>
        </pc:spChg>
      </pc:sldChg>
    </pc:docChg>
  </pc:docChgLst>
  <pc:docChgLst>
    <pc:chgData name="Jong Min Lee" userId="4e210199c17d5953" providerId="LiveId" clId="{83F7C268-57F3-49CC-8415-D361B995010E}"/>
    <pc:docChg chg="addSld delSld modSld sldOrd">
      <pc:chgData name="Jong Min Lee" userId="4e210199c17d5953" providerId="LiveId" clId="{83F7C268-57F3-49CC-8415-D361B995010E}" dt="2024-09-30T21:52:07.216" v="38" actId="20577"/>
      <pc:docMkLst>
        <pc:docMk/>
      </pc:docMkLst>
      <pc:sldChg chg="del">
        <pc:chgData name="Jong Min Lee" userId="4e210199c17d5953" providerId="LiveId" clId="{83F7C268-57F3-49CC-8415-D361B995010E}" dt="2024-09-30T07:37:49.272" v="0" actId="47"/>
        <pc:sldMkLst>
          <pc:docMk/>
          <pc:sldMk cId="1737268157" sldId="355"/>
        </pc:sldMkLst>
      </pc:sldChg>
      <pc:sldChg chg="ord">
        <pc:chgData name="Jong Min Lee" userId="4e210199c17d5953" providerId="LiveId" clId="{83F7C268-57F3-49CC-8415-D361B995010E}" dt="2024-09-30T08:15:26.939" v="3"/>
        <pc:sldMkLst>
          <pc:docMk/>
          <pc:sldMk cId="2430167248" sldId="356"/>
        </pc:sldMkLst>
      </pc:sldChg>
      <pc:sldChg chg="modSp mod">
        <pc:chgData name="Jong Min Lee" userId="4e210199c17d5953" providerId="LiveId" clId="{83F7C268-57F3-49CC-8415-D361B995010E}" dt="2024-09-30T08:18:28.540" v="9" actId="20577"/>
        <pc:sldMkLst>
          <pc:docMk/>
          <pc:sldMk cId="939564359" sldId="357"/>
        </pc:sldMkLst>
      </pc:sldChg>
      <pc:sldChg chg="del">
        <pc:chgData name="Jong Min Lee" userId="4e210199c17d5953" providerId="LiveId" clId="{83F7C268-57F3-49CC-8415-D361B995010E}" dt="2024-09-30T08:18:16.484" v="5" actId="47"/>
        <pc:sldMkLst>
          <pc:docMk/>
          <pc:sldMk cId="2033344830" sldId="358"/>
        </pc:sldMkLst>
      </pc:sldChg>
      <pc:sldChg chg="del">
        <pc:chgData name="Jong Min Lee" userId="4e210199c17d5953" providerId="LiveId" clId="{83F7C268-57F3-49CC-8415-D361B995010E}" dt="2024-09-30T08:18:15.648" v="4" actId="47"/>
        <pc:sldMkLst>
          <pc:docMk/>
          <pc:sldMk cId="554742696" sldId="359"/>
        </pc:sldMkLst>
      </pc:sldChg>
      <pc:sldChg chg="add">
        <pc:chgData name="Jong Min Lee" userId="4e210199c17d5953" providerId="LiveId" clId="{83F7C268-57F3-49CC-8415-D361B995010E}" dt="2024-09-30T08:15:21.803" v="1"/>
        <pc:sldMkLst>
          <pc:docMk/>
          <pc:sldMk cId="146586763" sldId="381"/>
        </pc:sldMkLst>
      </pc:sldChg>
      <pc:sldChg chg="add">
        <pc:chgData name="Jong Min Lee" userId="4e210199c17d5953" providerId="LiveId" clId="{83F7C268-57F3-49CC-8415-D361B995010E}" dt="2024-09-30T08:15:21.803" v="1"/>
        <pc:sldMkLst>
          <pc:docMk/>
          <pc:sldMk cId="970811832" sldId="382"/>
        </pc:sldMkLst>
      </pc:sldChg>
      <pc:sldChg chg="modSp new mod">
        <pc:chgData name="Jong Min Lee" userId="4e210199c17d5953" providerId="LiveId" clId="{83F7C268-57F3-49CC-8415-D361B995010E}" dt="2024-09-30T21:52:07.216" v="38" actId="20577"/>
        <pc:sldMkLst>
          <pc:docMk/>
          <pc:sldMk cId="3123025385" sldId="383"/>
        </pc:sldMkLst>
      </pc:sldChg>
    </pc:docChg>
  </pc:docChgLst>
  <pc:docChgLst>
    <pc:chgData name="Jong Min Lee" userId="4e210199c17d5953" providerId="LiveId" clId="{A6D20337-67A5-43E5-BE36-6FFD885EC0A7}"/>
    <pc:docChg chg="undo redo custSel addSld delSld modSld sldOrd">
      <pc:chgData name="Jong Min Lee" userId="4e210199c17d5953" providerId="LiveId" clId="{A6D20337-67A5-43E5-BE36-6FFD885EC0A7}" dt="2024-04-10T22:28:32.054" v="4915" actId="5793"/>
      <pc:docMkLst>
        <pc:docMk/>
      </pc:docMkLst>
      <pc:sldChg chg="ord">
        <pc:chgData name="Jong Min Lee" userId="4e210199c17d5953" providerId="LiveId" clId="{A6D20337-67A5-43E5-BE36-6FFD885EC0A7}" dt="2024-02-08T20:11:31.446" v="1"/>
        <pc:sldMkLst>
          <pc:docMk/>
          <pc:sldMk cId="1095977816" sldId="258"/>
        </pc:sldMkLst>
      </pc:sldChg>
      <pc:sldChg chg="modSp mod ord modNotesTx">
        <pc:chgData name="Jong Min Lee" userId="4e210199c17d5953" providerId="LiveId" clId="{A6D20337-67A5-43E5-BE36-6FFD885EC0A7}" dt="2024-04-01T21:42:33.450" v="2051" actId="20577"/>
        <pc:sldMkLst>
          <pc:docMk/>
          <pc:sldMk cId="1648399935" sldId="259"/>
        </pc:sldMkLst>
      </pc:sldChg>
      <pc:sldChg chg="addSp modSp mod">
        <pc:chgData name="Jong Min Lee" userId="4e210199c17d5953" providerId="LiveId" clId="{A6D20337-67A5-43E5-BE36-6FFD885EC0A7}" dt="2024-02-14T22:08:49.733" v="741" actId="1076"/>
        <pc:sldMkLst>
          <pc:docMk/>
          <pc:sldMk cId="3263011306" sldId="260"/>
        </pc:sldMkLst>
      </pc:sldChg>
      <pc:sldChg chg="modSp mod modNotesTx">
        <pc:chgData name="Jong Min Lee" userId="4e210199c17d5953" providerId="LiveId" clId="{A6D20337-67A5-43E5-BE36-6FFD885EC0A7}" dt="2024-04-01T21:22:48.206" v="1936" actId="20577"/>
        <pc:sldMkLst>
          <pc:docMk/>
          <pc:sldMk cId="4183549958" sldId="262"/>
        </pc:sldMkLst>
      </pc:sldChg>
      <pc:sldChg chg="ord">
        <pc:chgData name="Jong Min Lee" userId="4e210199c17d5953" providerId="LiveId" clId="{A6D20337-67A5-43E5-BE36-6FFD885EC0A7}" dt="2024-02-14T22:10:28.066" v="755"/>
        <pc:sldMkLst>
          <pc:docMk/>
          <pc:sldMk cId="1473454444" sldId="263"/>
        </pc:sldMkLst>
      </pc:sldChg>
      <pc:sldChg chg="modSp mod ord">
        <pc:chgData name="Jong Min Lee" userId="4e210199c17d5953" providerId="LiveId" clId="{A6D20337-67A5-43E5-BE36-6FFD885EC0A7}" dt="2024-04-01T21:51:19.681" v="2075" actId="20577"/>
        <pc:sldMkLst>
          <pc:docMk/>
          <pc:sldMk cId="1244930471" sldId="264"/>
        </pc:sldMkLst>
      </pc:sldChg>
      <pc:sldChg chg="ord">
        <pc:chgData name="Jong Min Lee" userId="4e210199c17d5953" providerId="LiveId" clId="{A6D20337-67A5-43E5-BE36-6FFD885EC0A7}" dt="2024-02-14T22:10:11.851" v="753"/>
        <pc:sldMkLst>
          <pc:docMk/>
          <pc:sldMk cId="1786961031" sldId="266"/>
        </pc:sldMkLst>
      </pc:sldChg>
      <pc:sldChg chg="ord">
        <pc:chgData name="Jong Min Lee" userId="4e210199c17d5953" providerId="LiveId" clId="{A6D20337-67A5-43E5-BE36-6FFD885EC0A7}" dt="2024-02-14T22:10:37.042" v="759"/>
        <pc:sldMkLst>
          <pc:docMk/>
          <pc:sldMk cId="1422761910" sldId="271"/>
        </pc:sldMkLst>
      </pc:sldChg>
      <pc:sldChg chg="ord">
        <pc:chgData name="Jong Min Lee" userId="4e210199c17d5953" providerId="LiveId" clId="{A6D20337-67A5-43E5-BE36-6FFD885EC0A7}" dt="2024-02-14T22:12:08.752" v="774"/>
        <pc:sldMkLst>
          <pc:docMk/>
          <pc:sldMk cId="2141789015" sldId="276"/>
        </pc:sldMkLst>
      </pc:sldChg>
      <pc:sldChg chg="ord">
        <pc:chgData name="Jong Min Lee" userId="4e210199c17d5953" providerId="LiveId" clId="{A6D20337-67A5-43E5-BE36-6FFD885EC0A7}" dt="2024-02-14T22:12:38.698" v="776"/>
        <pc:sldMkLst>
          <pc:docMk/>
          <pc:sldMk cId="2269795931" sldId="277"/>
        </pc:sldMkLst>
      </pc:sldChg>
      <pc:sldChg chg="ord">
        <pc:chgData name="Jong Min Lee" userId="4e210199c17d5953" providerId="LiveId" clId="{A6D20337-67A5-43E5-BE36-6FFD885EC0A7}" dt="2024-04-01T21:52:44.156" v="2079"/>
        <pc:sldMkLst>
          <pc:docMk/>
          <pc:sldMk cId="2112910907" sldId="278"/>
        </pc:sldMkLst>
      </pc:sldChg>
      <pc:sldChg chg="ord">
        <pc:chgData name="Jong Min Lee" userId="4e210199c17d5953" providerId="LiveId" clId="{A6D20337-67A5-43E5-BE36-6FFD885EC0A7}" dt="2024-02-14T22:09:55.907" v="749"/>
        <pc:sldMkLst>
          <pc:docMk/>
          <pc:sldMk cId="889102042" sldId="279"/>
        </pc:sldMkLst>
      </pc:sldChg>
      <pc:sldChg chg="modSp mod ord modAnim">
        <pc:chgData name="Jong Min Lee" userId="4e210199c17d5953" providerId="LiveId" clId="{A6D20337-67A5-43E5-BE36-6FFD885EC0A7}" dt="2024-04-08T20:51:00.229" v="2671" actId="6549"/>
        <pc:sldMkLst>
          <pc:docMk/>
          <pc:sldMk cId="3209653753" sldId="281"/>
        </pc:sldMkLst>
      </pc:sldChg>
      <pc:sldChg chg="addSp delSp modSp mod modAnim">
        <pc:chgData name="Jong Min Lee" userId="4e210199c17d5953" providerId="LiveId" clId="{A6D20337-67A5-43E5-BE36-6FFD885EC0A7}" dt="2024-04-08T19:10:05.358" v="2162" actId="1076"/>
        <pc:sldMkLst>
          <pc:docMk/>
          <pc:sldMk cId="3368298586" sldId="282"/>
        </pc:sldMkLst>
      </pc:sldChg>
      <pc:sldChg chg="ord">
        <pc:chgData name="Jong Min Lee" userId="4e210199c17d5953" providerId="LiveId" clId="{A6D20337-67A5-43E5-BE36-6FFD885EC0A7}" dt="2024-02-14T22:10:30.195" v="757"/>
        <pc:sldMkLst>
          <pc:docMk/>
          <pc:sldMk cId="4109533931" sldId="284"/>
        </pc:sldMkLst>
      </pc:sldChg>
      <pc:sldChg chg="ord">
        <pc:chgData name="Jong Min Lee" userId="4e210199c17d5953" providerId="LiveId" clId="{A6D20337-67A5-43E5-BE36-6FFD885EC0A7}" dt="2024-02-14T22:12:00.524" v="772"/>
        <pc:sldMkLst>
          <pc:docMk/>
          <pc:sldMk cId="3979331964" sldId="285"/>
        </pc:sldMkLst>
      </pc:sldChg>
      <pc:sldChg chg="ord">
        <pc:chgData name="Jong Min Lee" userId="4e210199c17d5953" providerId="LiveId" clId="{A6D20337-67A5-43E5-BE36-6FFD885EC0A7}" dt="2024-04-08T21:09:45.041" v="2706"/>
        <pc:sldMkLst>
          <pc:docMk/>
          <pc:sldMk cId="2239119865" sldId="293"/>
        </pc:sldMkLst>
      </pc:sldChg>
      <pc:sldChg chg="modSp mod ord">
        <pc:chgData name="Jong Min Lee" userId="4e210199c17d5953" providerId="LiveId" clId="{A6D20337-67A5-43E5-BE36-6FFD885EC0A7}" dt="2024-04-08T20:48:06.545" v="2616"/>
        <pc:sldMkLst>
          <pc:docMk/>
          <pc:sldMk cId="413891175" sldId="297"/>
        </pc:sldMkLst>
      </pc:sldChg>
      <pc:sldChg chg="modSp mod ord">
        <pc:chgData name="Jong Min Lee" userId="4e210199c17d5953" providerId="LiveId" clId="{A6D20337-67A5-43E5-BE36-6FFD885EC0A7}" dt="2024-04-08T20:50:05.271" v="2630" actId="20577"/>
        <pc:sldMkLst>
          <pc:docMk/>
          <pc:sldMk cId="3764176255" sldId="298"/>
        </pc:sldMkLst>
      </pc:sldChg>
      <pc:sldChg chg="modSp mod ord">
        <pc:chgData name="Jong Min Lee" userId="4e210199c17d5953" providerId="LiveId" clId="{A6D20337-67A5-43E5-BE36-6FFD885EC0A7}" dt="2024-02-14T22:42:36.227" v="1465"/>
        <pc:sldMkLst>
          <pc:docMk/>
          <pc:sldMk cId="928757233" sldId="299"/>
        </pc:sldMkLst>
      </pc:sldChg>
      <pc:sldChg chg="addSp delSp modSp mod ord modAnim">
        <pc:chgData name="Jong Min Lee" userId="4e210199c17d5953" providerId="LiveId" clId="{A6D20337-67A5-43E5-BE36-6FFD885EC0A7}" dt="2024-04-08T19:29:02.090" v="2288"/>
        <pc:sldMkLst>
          <pc:docMk/>
          <pc:sldMk cId="3507173195" sldId="300"/>
        </pc:sldMkLst>
      </pc:sldChg>
      <pc:sldChg chg="ord">
        <pc:chgData name="Jong Min Lee" userId="4e210199c17d5953" providerId="LiveId" clId="{A6D20337-67A5-43E5-BE36-6FFD885EC0A7}" dt="2024-02-14T22:42:38.826" v="1467"/>
        <pc:sldMkLst>
          <pc:docMk/>
          <pc:sldMk cId="1719571485" sldId="301"/>
        </pc:sldMkLst>
      </pc:sldChg>
      <pc:sldChg chg="del">
        <pc:chgData name="Jong Min Lee" userId="4e210199c17d5953" providerId="LiveId" clId="{A6D20337-67A5-43E5-BE36-6FFD885EC0A7}" dt="2024-04-08T19:20:17.108" v="2231" actId="2696"/>
        <pc:sldMkLst>
          <pc:docMk/>
          <pc:sldMk cId="2133697211" sldId="302"/>
        </pc:sldMkLst>
      </pc:sldChg>
      <pc:sldChg chg="add ord">
        <pc:chgData name="Jong Min Lee" userId="4e210199c17d5953" providerId="LiveId" clId="{A6D20337-67A5-43E5-BE36-6FFD885EC0A7}" dt="2024-04-08T19:22:00.739" v="2236"/>
        <pc:sldMkLst>
          <pc:docMk/>
          <pc:sldMk cId="3706387955" sldId="302"/>
        </pc:sldMkLst>
      </pc:sldChg>
      <pc:sldChg chg="addSp delSp modSp mod">
        <pc:chgData name="Jong Min Lee" userId="4e210199c17d5953" providerId="LiveId" clId="{A6D20337-67A5-43E5-BE36-6FFD885EC0A7}" dt="2024-04-08T20:53:46.477" v="2674" actId="1076"/>
        <pc:sldMkLst>
          <pc:docMk/>
          <pc:sldMk cId="20488564" sldId="303"/>
        </pc:sldMkLst>
      </pc:sldChg>
      <pc:sldChg chg="modSp mod">
        <pc:chgData name="Jong Min Lee" userId="4e210199c17d5953" providerId="LiveId" clId="{A6D20337-67A5-43E5-BE36-6FFD885EC0A7}" dt="2024-04-08T21:18:47.139" v="2710" actId="6549"/>
        <pc:sldMkLst>
          <pc:docMk/>
          <pc:sldMk cId="1384460174" sldId="304"/>
        </pc:sldMkLst>
      </pc:sldChg>
      <pc:sldChg chg="ord">
        <pc:chgData name="Jong Min Lee" userId="4e210199c17d5953" providerId="LiveId" clId="{A6D20337-67A5-43E5-BE36-6FFD885EC0A7}" dt="2024-04-08T22:16:29.476" v="4632"/>
        <pc:sldMkLst>
          <pc:docMk/>
          <pc:sldMk cId="532300234" sldId="305"/>
        </pc:sldMkLst>
      </pc:sldChg>
      <pc:sldChg chg="del">
        <pc:chgData name="Jong Min Lee" userId="4e210199c17d5953" providerId="LiveId" clId="{A6D20337-67A5-43E5-BE36-6FFD885EC0A7}" dt="2024-04-08T21:47:54.895" v="4268" actId="47"/>
        <pc:sldMkLst>
          <pc:docMk/>
          <pc:sldMk cId="1434814922" sldId="306"/>
        </pc:sldMkLst>
      </pc:sldChg>
      <pc:sldChg chg="del">
        <pc:chgData name="Jong Min Lee" userId="4e210199c17d5953" providerId="LiveId" clId="{A6D20337-67A5-43E5-BE36-6FFD885EC0A7}" dt="2024-04-08T19:20:17.108" v="2231" actId="2696"/>
        <pc:sldMkLst>
          <pc:docMk/>
          <pc:sldMk cId="2767823636" sldId="307"/>
        </pc:sldMkLst>
      </pc:sldChg>
      <pc:sldChg chg="add del">
        <pc:chgData name="Jong Min Lee" userId="4e210199c17d5953" providerId="LiveId" clId="{A6D20337-67A5-43E5-BE36-6FFD885EC0A7}" dt="2024-04-08T20:09:25.841" v="2392" actId="47"/>
        <pc:sldMkLst>
          <pc:docMk/>
          <pc:sldMk cId="2971297902" sldId="307"/>
        </pc:sldMkLst>
      </pc:sldChg>
      <pc:sldChg chg="modSp mod ord">
        <pc:chgData name="Jong Min Lee" userId="4e210199c17d5953" providerId="LiveId" clId="{A6D20337-67A5-43E5-BE36-6FFD885EC0A7}" dt="2024-04-08T22:16:21.476" v="4630"/>
        <pc:sldMkLst>
          <pc:docMk/>
          <pc:sldMk cId="603801169" sldId="308"/>
        </pc:sldMkLst>
      </pc:sldChg>
      <pc:sldChg chg="addSp delSp modSp new mod">
        <pc:chgData name="Jong Min Lee" userId="4e210199c17d5953" providerId="LiveId" clId="{A6D20337-67A5-43E5-BE36-6FFD885EC0A7}" dt="2024-02-08T20:18:44.922" v="44" actId="20577"/>
        <pc:sldMkLst>
          <pc:docMk/>
          <pc:sldMk cId="3057774837" sldId="309"/>
        </pc:sldMkLst>
      </pc:sldChg>
      <pc:sldChg chg="addSp modSp new mod ord">
        <pc:chgData name="Jong Min Lee" userId="4e210199c17d5953" providerId="LiveId" clId="{A6D20337-67A5-43E5-BE36-6FFD885EC0A7}" dt="2024-02-08T21:59:19.809" v="146"/>
        <pc:sldMkLst>
          <pc:docMk/>
          <pc:sldMk cId="243181867" sldId="310"/>
        </pc:sldMkLst>
      </pc:sldChg>
      <pc:sldChg chg="modSp new mod ord">
        <pc:chgData name="Jong Min Lee" userId="4e210199c17d5953" providerId="LiveId" clId="{A6D20337-67A5-43E5-BE36-6FFD885EC0A7}" dt="2024-02-08T21:59:14.306" v="144"/>
        <pc:sldMkLst>
          <pc:docMk/>
          <pc:sldMk cId="2787911168" sldId="311"/>
        </pc:sldMkLst>
      </pc:sldChg>
      <pc:sldChg chg="addSp delSp modSp new mod">
        <pc:chgData name="Jong Min Lee" userId="4e210199c17d5953" providerId="LiveId" clId="{A6D20337-67A5-43E5-BE36-6FFD885EC0A7}" dt="2024-02-08T22:09:32.288" v="424" actId="20577"/>
        <pc:sldMkLst>
          <pc:docMk/>
          <pc:sldMk cId="4064968709" sldId="312"/>
        </pc:sldMkLst>
      </pc:sldChg>
      <pc:sldChg chg="modSp new mod">
        <pc:chgData name="Jong Min Lee" userId="4e210199c17d5953" providerId="LiveId" clId="{A6D20337-67A5-43E5-BE36-6FFD885EC0A7}" dt="2024-02-08T22:05:10.727" v="325" actId="27636"/>
        <pc:sldMkLst>
          <pc:docMk/>
          <pc:sldMk cId="557225617" sldId="313"/>
        </pc:sldMkLst>
      </pc:sldChg>
      <pc:sldChg chg="modSp new mod">
        <pc:chgData name="Jong Min Lee" userId="4e210199c17d5953" providerId="LiveId" clId="{A6D20337-67A5-43E5-BE36-6FFD885EC0A7}" dt="2024-02-14T20:45:46.306" v="455" actId="20577"/>
        <pc:sldMkLst>
          <pc:docMk/>
          <pc:sldMk cId="154708642" sldId="314"/>
        </pc:sldMkLst>
      </pc:sldChg>
      <pc:sldChg chg="addSp delSp modSp new mod ord">
        <pc:chgData name="Jong Min Lee" userId="4e210199c17d5953" providerId="LiveId" clId="{A6D20337-67A5-43E5-BE36-6FFD885EC0A7}" dt="2024-04-01T21:52:30.308" v="2077"/>
        <pc:sldMkLst>
          <pc:docMk/>
          <pc:sldMk cId="3765416512" sldId="315"/>
        </pc:sldMkLst>
      </pc:sldChg>
      <pc:sldChg chg="addSp delSp modSp new mod ord">
        <pc:chgData name="Jong Min Lee" userId="4e210199c17d5953" providerId="LiveId" clId="{A6D20337-67A5-43E5-BE36-6FFD885EC0A7}" dt="2024-02-14T21:17:17.785" v="678" actId="1076"/>
        <pc:sldMkLst>
          <pc:docMk/>
          <pc:sldMk cId="2134035550" sldId="316"/>
        </pc:sldMkLst>
      </pc:sldChg>
      <pc:sldChg chg="add">
        <pc:chgData name="Jong Min Lee" userId="4e210199c17d5953" providerId="LiveId" clId="{A6D20337-67A5-43E5-BE36-6FFD885EC0A7}" dt="2024-02-14T22:11:26.437" v="766"/>
        <pc:sldMkLst>
          <pc:docMk/>
          <pc:sldMk cId="527051948" sldId="317"/>
        </pc:sldMkLst>
      </pc:sldChg>
      <pc:sldChg chg="modSp mod modNotesTx">
        <pc:chgData name="Jong Min Lee" userId="4e210199c17d5953" providerId="LiveId" clId="{A6D20337-67A5-43E5-BE36-6FFD885EC0A7}" dt="2024-04-01T21:12:43.903" v="1840" actId="6549"/>
        <pc:sldMkLst>
          <pc:docMk/>
          <pc:sldMk cId="3271763734" sldId="327"/>
        </pc:sldMkLst>
      </pc:sldChg>
      <pc:sldChg chg="modSp mod">
        <pc:chgData name="Jong Min Lee" userId="4e210199c17d5953" providerId="LiveId" clId="{A6D20337-67A5-43E5-BE36-6FFD885EC0A7}" dt="2024-04-01T20:50:59.041" v="1502" actId="14100"/>
        <pc:sldMkLst>
          <pc:docMk/>
          <pc:sldMk cId="1704575742" sldId="330"/>
        </pc:sldMkLst>
      </pc:sldChg>
      <pc:sldChg chg="modSp mod">
        <pc:chgData name="Jong Min Lee" userId="4e210199c17d5953" providerId="LiveId" clId="{A6D20337-67A5-43E5-BE36-6FFD885EC0A7}" dt="2024-04-08T22:15:12.268" v="4628" actId="6549"/>
        <pc:sldMkLst>
          <pc:docMk/>
          <pc:sldMk cId="2203113833" sldId="333"/>
        </pc:sldMkLst>
      </pc:sldChg>
      <pc:sldChg chg="modSp mod modAnim">
        <pc:chgData name="Jong Min Lee" userId="4e210199c17d5953" providerId="LiveId" clId="{A6D20337-67A5-43E5-BE36-6FFD885EC0A7}" dt="2024-04-01T21:02:50.646" v="1596"/>
        <pc:sldMkLst>
          <pc:docMk/>
          <pc:sldMk cId="1712110621" sldId="342"/>
        </pc:sldMkLst>
      </pc:sldChg>
      <pc:sldChg chg="addSp modSp mod modAnim">
        <pc:chgData name="Jong Min Lee" userId="4e210199c17d5953" providerId="LiveId" clId="{A6D20337-67A5-43E5-BE36-6FFD885EC0A7}" dt="2024-04-01T21:19:50.277" v="1889"/>
        <pc:sldMkLst>
          <pc:docMk/>
          <pc:sldMk cId="1610354149" sldId="343"/>
        </pc:sldMkLst>
      </pc:sldChg>
      <pc:sldChg chg="modSp mod modNotesTx">
        <pc:chgData name="Jong Min Lee" userId="4e210199c17d5953" providerId="LiveId" clId="{A6D20337-67A5-43E5-BE36-6FFD885EC0A7}" dt="2024-04-01T20:55:57.548" v="1574" actId="20577"/>
        <pc:sldMkLst>
          <pc:docMk/>
          <pc:sldMk cId="2212327422" sldId="347"/>
        </pc:sldMkLst>
      </pc:sldChg>
      <pc:sldChg chg="addSp delSp modSp ord">
        <pc:chgData name="Jong Min Lee" userId="4e210199c17d5953" providerId="LiveId" clId="{A6D20337-67A5-43E5-BE36-6FFD885EC0A7}" dt="2024-04-01T21:39:45.873" v="2037" actId="14100"/>
        <pc:sldMkLst>
          <pc:docMk/>
          <pc:sldMk cId="1553545994" sldId="349"/>
        </pc:sldMkLst>
      </pc:sldChg>
      <pc:sldChg chg="modSp new mod">
        <pc:chgData name="Jong Min Lee" userId="4e210199c17d5953" providerId="LiveId" clId="{A6D20337-67A5-43E5-BE36-6FFD885EC0A7}" dt="2024-04-01T20:23:41.634" v="1488"/>
        <pc:sldMkLst>
          <pc:docMk/>
          <pc:sldMk cId="1737268157" sldId="355"/>
        </pc:sldMkLst>
      </pc:sldChg>
      <pc:sldChg chg="modSp new mod modNotesTx">
        <pc:chgData name="Jong Min Lee" userId="4e210199c17d5953" providerId="LiveId" clId="{A6D20337-67A5-43E5-BE36-6FFD885EC0A7}" dt="2024-04-08T20:43:33.565" v="2498" actId="20577"/>
        <pc:sldMkLst>
          <pc:docMk/>
          <pc:sldMk cId="2430167248" sldId="356"/>
        </pc:sldMkLst>
      </pc:sldChg>
      <pc:sldChg chg="addSp delSp modSp new mod">
        <pc:chgData name="Jong Min Lee" userId="4e210199c17d5953" providerId="LiveId" clId="{A6D20337-67A5-43E5-BE36-6FFD885EC0A7}" dt="2024-04-08T20:08:55.685" v="2391" actId="14100"/>
        <pc:sldMkLst>
          <pc:docMk/>
          <pc:sldMk cId="939564359" sldId="357"/>
        </pc:sldMkLst>
      </pc:sldChg>
      <pc:sldChg chg="add ord">
        <pc:chgData name="Jong Min Lee" userId="4e210199c17d5953" providerId="LiveId" clId="{A6D20337-67A5-43E5-BE36-6FFD885EC0A7}" dt="2024-04-08T19:18:50.720" v="2221"/>
        <pc:sldMkLst>
          <pc:docMk/>
          <pc:sldMk cId="2033344830" sldId="358"/>
        </pc:sldMkLst>
      </pc:sldChg>
      <pc:sldChg chg="add ord">
        <pc:chgData name="Jong Min Lee" userId="4e210199c17d5953" providerId="LiveId" clId="{A6D20337-67A5-43E5-BE36-6FFD885EC0A7}" dt="2024-04-08T19:16:24.206" v="2169"/>
        <pc:sldMkLst>
          <pc:docMk/>
          <pc:sldMk cId="554742696" sldId="359"/>
        </pc:sldMkLst>
      </pc:sldChg>
      <pc:sldChg chg="addSp delSp modSp new mod modNotesTx">
        <pc:chgData name="Jong Min Lee" userId="4e210199c17d5953" providerId="LiveId" clId="{A6D20337-67A5-43E5-BE36-6FFD885EC0A7}" dt="2024-04-08T20:46:24.805" v="2552" actId="20577"/>
        <pc:sldMkLst>
          <pc:docMk/>
          <pc:sldMk cId="3167013248" sldId="360"/>
        </pc:sldMkLst>
      </pc:sldChg>
      <pc:sldChg chg="addSp delSp modSp new mod modAnim modNotesTx">
        <pc:chgData name="Jong Min Lee" userId="4e210199c17d5953" providerId="LiveId" clId="{A6D20337-67A5-43E5-BE36-6FFD885EC0A7}" dt="2024-04-08T20:46:41.929" v="2586" actId="6549"/>
        <pc:sldMkLst>
          <pc:docMk/>
          <pc:sldMk cId="623096692" sldId="361"/>
        </pc:sldMkLst>
      </pc:sldChg>
      <pc:sldChg chg="addSp delSp modSp new mod modNotesTx">
        <pc:chgData name="Jong Min Lee" userId="4e210199c17d5953" providerId="LiveId" clId="{A6D20337-67A5-43E5-BE36-6FFD885EC0A7}" dt="2024-04-08T20:47:15.610" v="2608" actId="20577"/>
        <pc:sldMkLst>
          <pc:docMk/>
          <pc:sldMk cId="1614961723" sldId="362"/>
        </pc:sldMkLst>
      </pc:sldChg>
      <pc:sldChg chg="addSp delSp modSp new mod ord">
        <pc:chgData name="Jong Min Lee" userId="4e210199c17d5953" providerId="LiveId" clId="{A6D20337-67A5-43E5-BE36-6FFD885EC0A7}" dt="2024-04-08T20:49:50.254" v="2618"/>
        <pc:sldMkLst>
          <pc:docMk/>
          <pc:sldMk cId="67548290" sldId="363"/>
        </pc:sldMkLst>
      </pc:sldChg>
      <pc:sldChg chg="addSp delSp modSp new mod modAnim">
        <pc:chgData name="Jong Min Lee" userId="4e210199c17d5953" providerId="LiveId" clId="{A6D20337-67A5-43E5-BE36-6FFD885EC0A7}" dt="2024-04-08T19:48:33.554" v="2380"/>
        <pc:sldMkLst>
          <pc:docMk/>
          <pc:sldMk cId="1312250003" sldId="364"/>
        </pc:sldMkLst>
      </pc:sldChg>
      <pc:sldChg chg="addSp delSp modSp add mod">
        <pc:chgData name="Jong Min Lee" userId="4e210199c17d5953" providerId="LiveId" clId="{A6D20337-67A5-43E5-BE36-6FFD885EC0A7}" dt="2024-04-08T20:36:13.147" v="2404" actId="478"/>
        <pc:sldMkLst>
          <pc:docMk/>
          <pc:sldMk cId="497241026" sldId="365"/>
        </pc:sldMkLst>
      </pc:sldChg>
      <pc:sldChg chg="addSp delSp modSp new mod">
        <pc:chgData name="Jong Min Lee" userId="4e210199c17d5953" providerId="LiveId" clId="{A6D20337-67A5-43E5-BE36-6FFD885EC0A7}" dt="2024-04-08T20:41:16.321" v="2443" actId="14100"/>
        <pc:sldMkLst>
          <pc:docMk/>
          <pc:sldMk cId="2619914232" sldId="366"/>
        </pc:sldMkLst>
      </pc:sldChg>
      <pc:sldChg chg="addSp delSp modSp new mod ord modAnim modNotesTx">
        <pc:chgData name="Jong Min Lee" userId="4e210199c17d5953" providerId="LiveId" clId="{A6D20337-67A5-43E5-BE36-6FFD885EC0A7}" dt="2024-04-08T21:09:26.797" v="2704" actId="20577"/>
        <pc:sldMkLst>
          <pc:docMk/>
          <pc:sldMk cId="3240860746" sldId="367"/>
        </pc:sldMkLst>
      </pc:sldChg>
      <pc:sldChg chg="new del">
        <pc:chgData name="Jong Min Lee" userId="4e210199c17d5953" providerId="LiveId" clId="{A6D20337-67A5-43E5-BE36-6FFD885EC0A7}" dt="2024-04-08T21:19:19.438" v="2712" actId="680"/>
        <pc:sldMkLst>
          <pc:docMk/>
          <pc:sldMk cId="2673366691" sldId="368"/>
        </pc:sldMkLst>
      </pc:sldChg>
      <pc:sldChg chg="addSp modSp new mod modAnim">
        <pc:chgData name="Jong Min Lee" userId="4e210199c17d5953" providerId="LiveId" clId="{A6D20337-67A5-43E5-BE36-6FFD885EC0A7}" dt="2024-04-08T22:28:26.531" v="4685" actId="27636"/>
        <pc:sldMkLst>
          <pc:docMk/>
          <pc:sldMk cId="3589859117" sldId="368"/>
        </pc:sldMkLst>
      </pc:sldChg>
      <pc:sldChg chg="modSp new mod">
        <pc:chgData name="Jong Min Lee" userId="4e210199c17d5953" providerId="LiveId" clId="{A6D20337-67A5-43E5-BE36-6FFD885EC0A7}" dt="2024-04-08T22:27:23.149" v="4642" actId="6549"/>
        <pc:sldMkLst>
          <pc:docMk/>
          <pc:sldMk cId="2962600843" sldId="369"/>
        </pc:sldMkLst>
      </pc:sldChg>
      <pc:sldChg chg="modSp new mod">
        <pc:chgData name="Jong Min Lee" userId="4e210199c17d5953" providerId="LiveId" clId="{A6D20337-67A5-43E5-BE36-6FFD885EC0A7}" dt="2024-04-08T22:33:28.024" v="4688" actId="14100"/>
        <pc:sldMkLst>
          <pc:docMk/>
          <pc:sldMk cId="742974771" sldId="370"/>
        </pc:sldMkLst>
      </pc:sldChg>
      <pc:sldChg chg="modSp new mod modNotesTx">
        <pc:chgData name="Jong Min Lee" userId="4e210199c17d5953" providerId="LiveId" clId="{A6D20337-67A5-43E5-BE36-6FFD885EC0A7}" dt="2024-04-08T21:57:28.945" v="4289"/>
        <pc:sldMkLst>
          <pc:docMk/>
          <pc:sldMk cId="2370300317" sldId="371"/>
        </pc:sldMkLst>
      </pc:sldChg>
      <pc:sldChg chg="modSp new mod">
        <pc:chgData name="Jong Min Lee" userId="4e210199c17d5953" providerId="LiveId" clId="{A6D20337-67A5-43E5-BE36-6FFD885EC0A7}" dt="2024-04-08T22:09:02.559" v="4505" actId="20577"/>
        <pc:sldMkLst>
          <pc:docMk/>
          <pc:sldMk cId="1383990472" sldId="372"/>
        </pc:sldMkLst>
      </pc:sldChg>
      <pc:sldChg chg="addSp delSp modSp new mod">
        <pc:chgData name="Jong Min Lee" userId="4e210199c17d5953" providerId="LiveId" clId="{A6D20337-67A5-43E5-BE36-6FFD885EC0A7}" dt="2024-04-08T22:22:56.368" v="4641" actId="1076"/>
        <pc:sldMkLst>
          <pc:docMk/>
          <pc:sldMk cId="2727582418" sldId="373"/>
        </pc:sldMkLst>
      </pc:sldChg>
      <pc:sldChg chg="modSp new mod">
        <pc:chgData name="Jong Min Lee" userId="4e210199c17d5953" providerId="LiveId" clId="{A6D20337-67A5-43E5-BE36-6FFD885EC0A7}" dt="2024-04-08T22:39:39.675" v="4700"/>
        <pc:sldMkLst>
          <pc:docMk/>
          <pc:sldMk cId="2329391339" sldId="374"/>
        </pc:sldMkLst>
      </pc:sldChg>
      <pc:sldChg chg="addSp delSp modSp new mod">
        <pc:chgData name="Jong Min Lee" userId="4e210199c17d5953" providerId="LiveId" clId="{A6D20337-67A5-43E5-BE36-6FFD885EC0A7}" dt="2024-04-08T23:03:01.612" v="4722" actId="1076"/>
        <pc:sldMkLst>
          <pc:docMk/>
          <pc:sldMk cId="3996062388" sldId="375"/>
        </pc:sldMkLst>
      </pc:sldChg>
      <pc:sldChg chg="modSp new mod">
        <pc:chgData name="Jong Min Lee" userId="4e210199c17d5953" providerId="LiveId" clId="{A6D20337-67A5-43E5-BE36-6FFD885EC0A7}" dt="2024-04-08T23:07:34.727" v="4799" actId="20577"/>
        <pc:sldMkLst>
          <pc:docMk/>
          <pc:sldMk cId="2081949814" sldId="376"/>
        </pc:sldMkLst>
      </pc:sldChg>
      <pc:sldChg chg="modSp add mod">
        <pc:chgData name="Jong Min Lee" userId="4e210199c17d5953" providerId="LiveId" clId="{A6D20337-67A5-43E5-BE36-6FFD885EC0A7}" dt="2024-04-10T22:25:08.152" v="4801" actId="20577"/>
        <pc:sldMkLst>
          <pc:docMk/>
          <pc:sldMk cId="477244215" sldId="377"/>
        </pc:sldMkLst>
      </pc:sldChg>
      <pc:sldChg chg="addSp delSp modSp new mod modNotesTx">
        <pc:chgData name="Jong Min Lee" userId="4e210199c17d5953" providerId="LiveId" clId="{A6D20337-67A5-43E5-BE36-6FFD885EC0A7}" dt="2024-04-10T22:28:32.054" v="4915" actId="5793"/>
        <pc:sldMkLst>
          <pc:docMk/>
          <pc:sldMk cId="1129821196" sldId="378"/>
        </pc:sldMkLst>
      </pc:sldChg>
    </pc:docChg>
  </pc:docChgLst>
  <pc:docChgLst>
    <pc:chgData name="Jong Min Lee" userId="4e210199c17d5953" providerId="LiveId" clId="{061BBCC2-3872-4EFE-9D7B-A16C8DFA2167}"/>
    <pc:docChg chg="undo custSel addSld modSld sldOrd">
      <pc:chgData name="Jong Min Lee" userId="4e210199c17d5953" providerId="LiveId" clId="{061BBCC2-3872-4EFE-9D7B-A16C8DFA2167}" dt="2024-09-18T18:36:27.589" v="92"/>
      <pc:docMkLst>
        <pc:docMk/>
      </pc:docMkLst>
      <pc:sldChg chg="addSp delSp modSp new mod ord">
        <pc:chgData name="Jong Min Lee" userId="4e210199c17d5953" providerId="LiveId" clId="{061BBCC2-3872-4EFE-9D7B-A16C8DFA2167}" dt="2024-08-05T14:48:48.151" v="26"/>
        <pc:sldMkLst>
          <pc:docMk/>
          <pc:sldMk cId="256464029" sldId="379"/>
        </pc:sldMkLst>
      </pc:sldChg>
      <pc:sldChg chg="modSp new mod modNotesTx">
        <pc:chgData name="Jong Min Lee" userId="4e210199c17d5953" providerId="LiveId" clId="{061BBCC2-3872-4EFE-9D7B-A16C8DFA2167}" dt="2024-09-18T18:36:27.589" v="92"/>
        <pc:sldMkLst>
          <pc:docMk/>
          <pc:sldMk cId="2261968447" sldId="380"/>
        </pc:sldMkLst>
      </pc:sldChg>
    </pc:docChg>
  </pc:docChgLst>
  <pc:docChgLst>
    <pc:chgData name="Jong Min Lee" userId="4e210199c17d5953" providerId="LiveId" clId="{8F8216BB-EECE-41BB-8F1A-F9193C6B87BA}"/>
    <pc:docChg chg="undo redo custSel addSld delSld modSld sldOrd">
      <pc:chgData name="Jong Min Lee" userId="4e210199c17d5953" providerId="LiveId" clId="{8F8216BB-EECE-41BB-8F1A-F9193C6B87BA}" dt="2024-04-01T20:25:57.395" v="11626" actId="1076"/>
      <pc:docMkLst>
        <pc:docMk/>
      </pc:docMkLst>
      <pc:sldChg chg="modSp mod modNotesTx">
        <pc:chgData name="Jong Min Lee" userId="4e210199c17d5953" providerId="LiveId" clId="{8F8216BB-EECE-41BB-8F1A-F9193C6B87BA}" dt="2024-04-01T06:29:53.259" v="10133" actId="20577"/>
        <pc:sldMkLst>
          <pc:docMk/>
          <pc:sldMk cId="2714894925" sldId="257"/>
        </pc:sldMkLst>
      </pc:sldChg>
      <pc:sldChg chg="modSp mod modNotesTx">
        <pc:chgData name="Jong Min Lee" userId="4e210199c17d5953" providerId="LiveId" clId="{8F8216BB-EECE-41BB-8F1A-F9193C6B87BA}" dt="2024-03-31T23:10:38.683" v="7141"/>
        <pc:sldMkLst>
          <pc:docMk/>
          <pc:sldMk cId="1095977816" sldId="258"/>
        </pc:sldMkLst>
      </pc:sldChg>
      <pc:sldChg chg="modSp mod modNotesTx">
        <pc:chgData name="Jong Min Lee" userId="4e210199c17d5953" providerId="LiveId" clId="{8F8216BB-EECE-41BB-8F1A-F9193C6B87BA}" dt="2024-04-01T07:11:47.818" v="10455" actId="20577"/>
        <pc:sldMkLst>
          <pc:docMk/>
          <pc:sldMk cId="1648399935" sldId="259"/>
        </pc:sldMkLst>
      </pc:sldChg>
      <pc:sldChg chg="ord">
        <pc:chgData name="Jong Min Lee" userId="4e210199c17d5953" providerId="LiveId" clId="{8F8216BB-EECE-41BB-8F1A-F9193C6B87BA}" dt="2024-04-01T06:37:29.605" v="10220"/>
        <pc:sldMkLst>
          <pc:docMk/>
          <pc:sldMk cId="1473454444" sldId="263"/>
        </pc:sldMkLst>
      </pc:sldChg>
      <pc:sldChg chg="modNotesTx">
        <pc:chgData name="Jong Min Lee" userId="4e210199c17d5953" providerId="LiveId" clId="{8F8216BB-EECE-41BB-8F1A-F9193C6B87BA}" dt="2024-04-01T07:58:51.542" v="11434" actId="20577"/>
        <pc:sldMkLst>
          <pc:docMk/>
          <pc:sldMk cId="1244930471" sldId="264"/>
        </pc:sldMkLst>
      </pc:sldChg>
      <pc:sldChg chg="ord">
        <pc:chgData name="Jong Min Lee" userId="4e210199c17d5953" providerId="LiveId" clId="{8F8216BB-EECE-41BB-8F1A-F9193C6B87BA}" dt="2024-04-01T06:38:16.731" v="10225"/>
        <pc:sldMkLst>
          <pc:docMk/>
          <pc:sldMk cId="1786961031" sldId="266"/>
        </pc:sldMkLst>
      </pc:sldChg>
      <pc:sldChg chg="del">
        <pc:chgData name="Jong Min Lee" userId="4e210199c17d5953" providerId="LiveId" clId="{8F8216BB-EECE-41BB-8F1A-F9193C6B87BA}" dt="2024-04-01T07:05:56.137" v="10340" actId="47"/>
        <pc:sldMkLst>
          <pc:docMk/>
          <pc:sldMk cId="2827897348" sldId="268"/>
        </pc:sldMkLst>
      </pc:sldChg>
      <pc:sldChg chg="modSp mod modNotesTx">
        <pc:chgData name="Jong Min Lee" userId="4e210199c17d5953" providerId="LiveId" clId="{8F8216BB-EECE-41BB-8F1A-F9193C6B87BA}" dt="2024-04-01T08:07:26.202" v="11440"/>
        <pc:sldMkLst>
          <pc:docMk/>
          <pc:sldMk cId="4261216338" sldId="269"/>
        </pc:sldMkLst>
      </pc:sldChg>
      <pc:sldChg chg="modSp mod ord modNotesTx">
        <pc:chgData name="Jong Min Lee" userId="4e210199c17d5953" providerId="LiveId" clId="{8F8216BB-EECE-41BB-8F1A-F9193C6B87BA}" dt="2024-04-01T07:43:50.048" v="11277" actId="20577"/>
        <pc:sldMkLst>
          <pc:docMk/>
          <pc:sldMk cId="4194904981" sldId="270"/>
        </pc:sldMkLst>
      </pc:sldChg>
      <pc:sldChg chg="addSp delSp modSp mod delAnim modAnim">
        <pc:chgData name="Jong Min Lee" userId="4e210199c17d5953" providerId="LiveId" clId="{8F8216BB-EECE-41BB-8F1A-F9193C6B87BA}" dt="2024-04-01T07:20:13.436" v="10468"/>
        <pc:sldMkLst>
          <pc:docMk/>
          <pc:sldMk cId="1422761910" sldId="271"/>
        </pc:sldMkLst>
      </pc:sldChg>
      <pc:sldChg chg="modSp mod ord">
        <pc:chgData name="Jong Min Lee" userId="4e210199c17d5953" providerId="LiveId" clId="{8F8216BB-EECE-41BB-8F1A-F9193C6B87BA}" dt="2024-04-01T07:53:48.825" v="11366" actId="6549"/>
        <pc:sldMkLst>
          <pc:docMk/>
          <pc:sldMk cId="1438085145" sldId="273"/>
        </pc:sldMkLst>
      </pc:sldChg>
      <pc:sldChg chg="modSp mod ord modNotesTx">
        <pc:chgData name="Jong Min Lee" userId="4e210199c17d5953" providerId="LiveId" clId="{8F8216BB-EECE-41BB-8F1A-F9193C6B87BA}" dt="2024-02-27T04:46:44.004" v="2648" actId="20577"/>
        <pc:sldMkLst>
          <pc:docMk/>
          <pc:sldMk cId="3028092073" sldId="274"/>
        </pc:sldMkLst>
      </pc:sldChg>
      <pc:sldChg chg="ord">
        <pc:chgData name="Jong Min Lee" userId="4e210199c17d5953" providerId="LiveId" clId="{8F8216BB-EECE-41BB-8F1A-F9193C6B87BA}" dt="2024-02-16T23:19:42.586" v="124"/>
        <pc:sldMkLst>
          <pc:docMk/>
          <pc:sldMk cId="190271127" sldId="275"/>
        </pc:sldMkLst>
      </pc:sldChg>
      <pc:sldChg chg="ord">
        <pc:chgData name="Jong Min Lee" userId="4e210199c17d5953" providerId="LiveId" clId="{8F8216BB-EECE-41BB-8F1A-F9193C6B87BA}" dt="2024-04-01T06:57:49.479" v="10277"/>
        <pc:sldMkLst>
          <pc:docMk/>
          <pc:sldMk cId="2112910907" sldId="278"/>
        </pc:sldMkLst>
      </pc:sldChg>
      <pc:sldChg chg="addSp delSp modSp del ord">
        <pc:chgData name="Jong Min Lee" userId="4e210199c17d5953" providerId="LiveId" clId="{8F8216BB-EECE-41BB-8F1A-F9193C6B87BA}" dt="2024-04-01T07:09:49.971" v="10381" actId="47"/>
        <pc:sldMkLst>
          <pc:docMk/>
          <pc:sldMk cId="889102042" sldId="279"/>
        </pc:sldMkLst>
      </pc:sldChg>
      <pc:sldChg chg="modSp mod modAnim">
        <pc:chgData name="Jong Min Lee" userId="4e210199c17d5953" providerId="LiveId" clId="{8F8216BB-EECE-41BB-8F1A-F9193C6B87BA}" dt="2024-03-02T07:09:40.258" v="3384" actId="20577"/>
        <pc:sldMkLst>
          <pc:docMk/>
          <pc:sldMk cId="3209653753" sldId="281"/>
        </pc:sldMkLst>
      </pc:sldChg>
      <pc:sldChg chg="addSp delSp modSp mod modAnim modNotesTx">
        <pc:chgData name="Jong Min Lee" userId="4e210199c17d5953" providerId="LiveId" clId="{8F8216BB-EECE-41BB-8F1A-F9193C6B87BA}" dt="2024-04-01T06:37:16.315" v="10218" actId="14100"/>
        <pc:sldMkLst>
          <pc:docMk/>
          <pc:sldMk cId="3368298586" sldId="282"/>
        </pc:sldMkLst>
      </pc:sldChg>
      <pc:sldChg chg="modNotesTx">
        <pc:chgData name="Jong Min Lee" userId="4e210199c17d5953" providerId="LiveId" clId="{8F8216BB-EECE-41BB-8F1A-F9193C6B87BA}" dt="2024-04-01T06:39:13.774" v="10237" actId="20577"/>
        <pc:sldMkLst>
          <pc:docMk/>
          <pc:sldMk cId="3979331964" sldId="285"/>
        </pc:sldMkLst>
      </pc:sldChg>
      <pc:sldChg chg="modSp mod">
        <pc:chgData name="Jong Min Lee" userId="4e210199c17d5953" providerId="LiveId" clId="{8F8216BB-EECE-41BB-8F1A-F9193C6B87BA}" dt="2024-03-31T20:55:03.696" v="6312" actId="20577"/>
        <pc:sldMkLst>
          <pc:docMk/>
          <pc:sldMk cId="2815943234" sldId="290"/>
        </pc:sldMkLst>
      </pc:sldChg>
      <pc:sldChg chg="modNotesTx">
        <pc:chgData name="Jong Min Lee" userId="4e210199c17d5953" providerId="LiveId" clId="{8F8216BB-EECE-41BB-8F1A-F9193C6B87BA}" dt="2024-04-01T05:17:26.698" v="8398" actId="20577"/>
        <pc:sldMkLst>
          <pc:docMk/>
          <pc:sldMk cId="4062709064" sldId="295"/>
        </pc:sldMkLst>
      </pc:sldChg>
      <pc:sldChg chg="addSp delSp modSp mod modNotesTx">
        <pc:chgData name="Jong Min Lee" userId="4e210199c17d5953" providerId="LiveId" clId="{8F8216BB-EECE-41BB-8F1A-F9193C6B87BA}" dt="2024-04-01T05:44:30.522" v="9425" actId="20577"/>
        <pc:sldMkLst>
          <pc:docMk/>
          <pc:sldMk cId="4278471861" sldId="296"/>
        </pc:sldMkLst>
      </pc:sldChg>
      <pc:sldChg chg="modSp mod">
        <pc:chgData name="Jong Min Lee" userId="4e210199c17d5953" providerId="LiveId" clId="{8F8216BB-EECE-41BB-8F1A-F9193C6B87BA}" dt="2024-02-23T20:59:00.942" v="504" actId="21"/>
        <pc:sldMkLst>
          <pc:docMk/>
          <pc:sldMk cId="413891175" sldId="297"/>
        </pc:sldMkLst>
      </pc:sldChg>
      <pc:sldChg chg="addSp delSp modSp mod delAnim modAnim">
        <pc:chgData name="Jong Min Lee" userId="4e210199c17d5953" providerId="LiveId" clId="{8F8216BB-EECE-41BB-8F1A-F9193C6B87BA}" dt="2024-03-02T07:08:37.416" v="3324" actId="13926"/>
        <pc:sldMkLst>
          <pc:docMk/>
          <pc:sldMk cId="3764176255" sldId="298"/>
        </pc:sldMkLst>
      </pc:sldChg>
      <pc:sldChg chg="addSp delSp modSp mod ord delAnim modAnim modNotesTx">
        <pc:chgData name="Jong Min Lee" userId="4e210199c17d5953" providerId="LiveId" clId="{8F8216BB-EECE-41BB-8F1A-F9193C6B87BA}" dt="2024-03-02T07:28:54.277" v="3513" actId="20577"/>
        <pc:sldMkLst>
          <pc:docMk/>
          <pc:sldMk cId="928757233" sldId="299"/>
        </pc:sldMkLst>
      </pc:sldChg>
      <pc:sldChg chg="modSp mod">
        <pc:chgData name="Jong Min Lee" userId="4e210199c17d5953" providerId="LiveId" clId="{8F8216BB-EECE-41BB-8F1A-F9193C6B87BA}" dt="2024-03-01T07:36:28.143" v="3147"/>
        <pc:sldMkLst>
          <pc:docMk/>
          <pc:sldMk cId="3507173195" sldId="300"/>
        </pc:sldMkLst>
      </pc:sldChg>
      <pc:sldChg chg="modSp mod">
        <pc:chgData name="Jong Min Lee" userId="4e210199c17d5953" providerId="LiveId" clId="{8F8216BB-EECE-41BB-8F1A-F9193C6B87BA}" dt="2024-03-31T22:03:38.580" v="6553" actId="20577"/>
        <pc:sldMkLst>
          <pc:docMk/>
          <pc:sldMk cId="20488564" sldId="303"/>
        </pc:sldMkLst>
      </pc:sldChg>
      <pc:sldChg chg="ord">
        <pc:chgData name="Jong Min Lee" userId="4e210199c17d5953" providerId="LiveId" clId="{8F8216BB-EECE-41BB-8F1A-F9193C6B87BA}" dt="2024-02-23T20:23:24.208" v="153"/>
        <pc:sldMkLst>
          <pc:docMk/>
          <pc:sldMk cId="3057774837" sldId="309"/>
        </pc:sldMkLst>
      </pc:sldChg>
      <pc:sldChg chg="modSp mod modNotesTx">
        <pc:chgData name="Jong Min Lee" userId="4e210199c17d5953" providerId="LiveId" clId="{8F8216BB-EECE-41BB-8F1A-F9193C6B87BA}" dt="2024-03-02T15:17:44.678" v="6138"/>
        <pc:sldMkLst>
          <pc:docMk/>
          <pc:sldMk cId="2787911168" sldId="311"/>
        </pc:sldMkLst>
      </pc:sldChg>
      <pc:sldChg chg="modSp mod modNotesTx">
        <pc:chgData name="Jong Min Lee" userId="4e210199c17d5953" providerId="LiveId" clId="{8F8216BB-EECE-41BB-8F1A-F9193C6B87BA}" dt="2024-02-27T04:06:51.687" v="1691" actId="20577"/>
        <pc:sldMkLst>
          <pc:docMk/>
          <pc:sldMk cId="4064968709" sldId="312"/>
        </pc:sldMkLst>
      </pc:sldChg>
      <pc:sldChg chg="modNotesTx">
        <pc:chgData name="Jong Min Lee" userId="4e210199c17d5953" providerId="LiveId" clId="{8F8216BB-EECE-41BB-8F1A-F9193C6B87BA}" dt="2024-03-02T07:59:33.836" v="4974" actId="20577"/>
        <pc:sldMkLst>
          <pc:docMk/>
          <pc:sldMk cId="557225617" sldId="313"/>
        </pc:sldMkLst>
      </pc:sldChg>
      <pc:sldChg chg="addSp modSp mod modNotesTx">
        <pc:chgData name="Jong Min Lee" userId="4e210199c17d5953" providerId="LiveId" clId="{8F8216BB-EECE-41BB-8F1A-F9193C6B87BA}" dt="2024-03-02T07:54:36.488" v="4541" actId="20577"/>
        <pc:sldMkLst>
          <pc:docMk/>
          <pc:sldMk cId="154708642" sldId="314"/>
        </pc:sldMkLst>
      </pc:sldChg>
      <pc:sldChg chg="addSp modSp mod modNotesTx">
        <pc:chgData name="Jong Min Lee" userId="4e210199c17d5953" providerId="LiveId" clId="{8F8216BB-EECE-41BB-8F1A-F9193C6B87BA}" dt="2024-04-01T06:53:26.355" v="10273" actId="1076"/>
        <pc:sldMkLst>
          <pc:docMk/>
          <pc:sldMk cId="3765416512" sldId="315"/>
        </pc:sldMkLst>
      </pc:sldChg>
      <pc:sldChg chg="modNotesTx">
        <pc:chgData name="Jong Min Lee" userId="4e210199c17d5953" providerId="LiveId" clId="{8F8216BB-EECE-41BB-8F1A-F9193C6B87BA}" dt="2024-04-01T05:39:38.970" v="9370" actId="20577"/>
        <pc:sldMkLst>
          <pc:docMk/>
          <pc:sldMk cId="2134035550" sldId="316"/>
        </pc:sldMkLst>
      </pc:sldChg>
      <pc:sldChg chg="addSp modSp del mod ord">
        <pc:chgData name="Jong Min Lee" userId="4e210199c17d5953" providerId="LiveId" clId="{8F8216BB-EECE-41BB-8F1A-F9193C6B87BA}" dt="2024-04-01T06:37:50.432" v="10223" actId="2696"/>
        <pc:sldMkLst>
          <pc:docMk/>
          <pc:sldMk cId="527051948" sldId="317"/>
        </pc:sldMkLst>
      </pc:sldChg>
      <pc:sldChg chg="addSp delSp modSp new mod">
        <pc:chgData name="Jong Min Lee" userId="4e210199c17d5953" providerId="LiveId" clId="{8F8216BB-EECE-41BB-8F1A-F9193C6B87BA}" dt="2024-02-16T23:20:23.948" v="143"/>
        <pc:sldMkLst>
          <pc:docMk/>
          <pc:sldMk cId="3747944940" sldId="318"/>
        </pc:sldMkLst>
      </pc:sldChg>
      <pc:sldChg chg="addSp delSp modSp new mod">
        <pc:chgData name="Jong Min Lee" userId="4e210199c17d5953" providerId="LiveId" clId="{8F8216BB-EECE-41BB-8F1A-F9193C6B87BA}" dt="2024-02-23T20:23:11.048" v="151" actId="20577"/>
        <pc:sldMkLst>
          <pc:docMk/>
          <pc:sldMk cId="3980241862" sldId="319"/>
        </pc:sldMkLst>
      </pc:sldChg>
      <pc:sldChg chg="addSp delSp modSp new del mod ord">
        <pc:chgData name="Jong Min Lee" userId="4e210199c17d5953" providerId="LiveId" clId="{8F8216BB-EECE-41BB-8F1A-F9193C6B87BA}" dt="2024-04-01T07:05:53.142" v="10339" actId="47"/>
        <pc:sldMkLst>
          <pc:docMk/>
          <pc:sldMk cId="1191517556" sldId="320"/>
        </pc:sldMkLst>
      </pc:sldChg>
      <pc:sldChg chg="addSp modSp new mod">
        <pc:chgData name="Jong Min Lee" userId="4e210199c17d5953" providerId="LiveId" clId="{8F8216BB-EECE-41BB-8F1A-F9193C6B87BA}" dt="2024-02-23T20:48:09.837" v="384" actId="20577"/>
        <pc:sldMkLst>
          <pc:docMk/>
          <pc:sldMk cId="1406795652" sldId="321"/>
        </pc:sldMkLst>
      </pc:sldChg>
      <pc:sldChg chg="addSp delSp modSp new del mod">
        <pc:chgData name="Jong Min Lee" userId="4e210199c17d5953" providerId="LiveId" clId="{8F8216BB-EECE-41BB-8F1A-F9193C6B87BA}" dt="2024-03-31T22:49:48.179" v="7010" actId="2696"/>
        <pc:sldMkLst>
          <pc:docMk/>
          <pc:sldMk cId="415323685" sldId="322"/>
        </pc:sldMkLst>
      </pc:sldChg>
      <pc:sldChg chg="addSp modSp new mod">
        <pc:chgData name="Jong Min Lee" userId="4e210199c17d5953" providerId="LiveId" clId="{8F8216BB-EECE-41BB-8F1A-F9193C6B87BA}" dt="2024-02-23T21:01:21.388" v="548" actId="1076"/>
        <pc:sldMkLst>
          <pc:docMk/>
          <pc:sldMk cId="1456844883" sldId="323"/>
        </pc:sldMkLst>
      </pc:sldChg>
      <pc:sldChg chg="modSp new mod ord modNotesTx">
        <pc:chgData name="Jong Min Lee" userId="4e210199c17d5953" providerId="LiveId" clId="{8F8216BB-EECE-41BB-8F1A-F9193C6B87BA}" dt="2024-03-02T15:16:13.026" v="6137" actId="20577"/>
        <pc:sldMkLst>
          <pc:docMk/>
          <pc:sldMk cId="3552472944" sldId="324"/>
        </pc:sldMkLst>
      </pc:sldChg>
      <pc:sldChg chg="modSp new del mod">
        <pc:chgData name="Jong Min Lee" userId="4e210199c17d5953" providerId="LiveId" clId="{8F8216BB-EECE-41BB-8F1A-F9193C6B87BA}" dt="2024-04-01T02:12:42.383" v="8157" actId="2696"/>
        <pc:sldMkLst>
          <pc:docMk/>
          <pc:sldMk cId="1147174588" sldId="325"/>
        </pc:sldMkLst>
      </pc:sldChg>
      <pc:sldChg chg="modSp new del mod">
        <pc:chgData name="Jong Min Lee" userId="4e210199c17d5953" providerId="LiveId" clId="{8F8216BB-EECE-41BB-8F1A-F9193C6B87BA}" dt="2024-03-31T21:14:26.365" v="6418" actId="2696"/>
        <pc:sldMkLst>
          <pc:docMk/>
          <pc:sldMk cId="4156407960" sldId="326"/>
        </pc:sldMkLst>
      </pc:sldChg>
      <pc:sldChg chg="new del">
        <pc:chgData name="Jong Min Lee" userId="4e210199c17d5953" providerId="LiveId" clId="{8F8216BB-EECE-41BB-8F1A-F9193C6B87BA}" dt="2024-03-01T06:44:56.655" v="2711" actId="2696"/>
        <pc:sldMkLst>
          <pc:docMk/>
          <pc:sldMk cId="2913620607" sldId="327"/>
        </pc:sldMkLst>
      </pc:sldChg>
      <pc:sldChg chg="addSp delSp modSp new mod">
        <pc:chgData name="Jong Min Lee" userId="4e210199c17d5953" providerId="LiveId" clId="{8F8216BB-EECE-41BB-8F1A-F9193C6B87BA}" dt="2024-04-01T06:24:00.942" v="10113" actId="21"/>
        <pc:sldMkLst>
          <pc:docMk/>
          <pc:sldMk cId="3271763734" sldId="327"/>
        </pc:sldMkLst>
      </pc:sldChg>
      <pc:sldChg chg="add ord">
        <pc:chgData name="Jong Min Lee" userId="4e210199c17d5953" providerId="LiveId" clId="{8F8216BB-EECE-41BB-8F1A-F9193C6B87BA}" dt="2024-04-01T06:22:52.546" v="10069"/>
        <pc:sldMkLst>
          <pc:docMk/>
          <pc:sldMk cId="1394535718" sldId="328"/>
        </pc:sldMkLst>
      </pc:sldChg>
      <pc:sldChg chg="add del">
        <pc:chgData name="Jong Min Lee" userId="4e210199c17d5953" providerId="LiveId" clId="{8F8216BB-EECE-41BB-8F1A-F9193C6B87BA}" dt="2024-03-31T21:26:06.426" v="6422" actId="2696"/>
        <pc:sldMkLst>
          <pc:docMk/>
          <pc:sldMk cId="1634358215" sldId="329"/>
        </pc:sldMkLst>
      </pc:sldChg>
      <pc:sldChg chg="addSp delSp modSp new mod modNotesTx">
        <pc:chgData name="Jong Min Lee" userId="4e210199c17d5953" providerId="LiveId" clId="{8F8216BB-EECE-41BB-8F1A-F9193C6B87BA}" dt="2024-04-01T05:36:06.425" v="9075" actId="20577"/>
        <pc:sldMkLst>
          <pc:docMk/>
          <pc:sldMk cId="1704575742" sldId="330"/>
        </pc:sldMkLst>
      </pc:sldChg>
      <pc:sldChg chg="modSp new mod ord">
        <pc:chgData name="Jong Min Lee" userId="4e210199c17d5953" providerId="LiveId" clId="{8F8216BB-EECE-41BB-8F1A-F9193C6B87BA}" dt="2024-04-01T02:50:13.816" v="8361" actId="27636"/>
        <pc:sldMkLst>
          <pc:docMk/>
          <pc:sldMk cId="2954395877" sldId="331"/>
        </pc:sldMkLst>
      </pc:sldChg>
      <pc:sldChg chg="modSp new mod modNotesTx">
        <pc:chgData name="Jong Min Lee" userId="4e210199c17d5953" providerId="LiveId" clId="{8F8216BB-EECE-41BB-8F1A-F9193C6B87BA}" dt="2024-03-02T08:25:48.564" v="5624" actId="20577"/>
        <pc:sldMkLst>
          <pc:docMk/>
          <pc:sldMk cId="1506239911" sldId="332"/>
        </pc:sldMkLst>
      </pc:sldChg>
      <pc:sldChg chg="addSp delSp modSp new mod">
        <pc:chgData name="Jong Min Lee" userId="4e210199c17d5953" providerId="LiveId" clId="{8F8216BB-EECE-41BB-8F1A-F9193C6B87BA}" dt="2024-03-02T16:52:11.420" v="6139" actId="1076"/>
        <pc:sldMkLst>
          <pc:docMk/>
          <pc:sldMk cId="2203113833" sldId="333"/>
        </pc:sldMkLst>
      </pc:sldChg>
      <pc:sldChg chg="addSp delSp modSp new mod modAnim">
        <pc:chgData name="Jong Min Lee" userId="4e210199c17d5953" providerId="LiveId" clId="{8F8216BB-EECE-41BB-8F1A-F9193C6B87BA}" dt="2024-03-31T21:01:47.458" v="6315"/>
        <pc:sldMkLst>
          <pc:docMk/>
          <pc:sldMk cId="4009889663" sldId="334"/>
        </pc:sldMkLst>
      </pc:sldChg>
      <pc:sldChg chg="addSp delSp modSp new mod modAnim">
        <pc:chgData name="Jong Min Lee" userId="4e210199c17d5953" providerId="LiveId" clId="{8F8216BB-EECE-41BB-8F1A-F9193C6B87BA}" dt="2024-04-01T05:36:50.555" v="9113"/>
        <pc:sldMkLst>
          <pc:docMk/>
          <pc:sldMk cId="3475253450" sldId="335"/>
        </pc:sldMkLst>
      </pc:sldChg>
      <pc:sldChg chg="modSp new mod modNotesTx">
        <pc:chgData name="Jong Min Lee" userId="4e210199c17d5953" providerId="LiveId" clId="{8F8216BB-EECE-41BB-8F1A-F9193C6B87BA}" dt="2024-04-01T05:36:20.567" v="9112" actId="20577"/>
        <pc:sldMkLst>
          <pc:docMk/>
          <pc:sldMk cId="3844782324" sldId="336"/>
        </pc:sldMkLst>
      </pc:sldChg>
      <pc:sldChg chg="modSp new mod">
        <pc:chgData name="Jong Min Lee" userId="4e210199c17d5953" providerId="LiveId" clId="{8F8216BB-EECE-41BB-8F1A-F9193C6B87BA}" dt="2024-03-31T21:05:48.043" v="6371" actId="20577"/>
        <pc:sldMkLst>
          <pc:docMk/>
          <pc:sldMk cId="1557504892" sldId="337"/>
        </pc:sldMkLst>
      </pc:sldChg>
      <pc:sldChg chg="addSp delSp modSp new mod modAnim">
        <pc:chgData name="Jong Min Lee" userId="4e210199c17d5953" providerId="LiveId" clId="{8F8216BB-EECE-41BB-8F1A-F9193C6B87BA}" dt="2024-04-01T05:37:01.407" v="9130" actId="20577"/>
        <pc:sldMkLst>
          <pc:docMk/>
          <pc:sldMk cId="235234746" sldId="338"/>
        </pc:sldMkLst>
      </pc:sldChg>
      <pc:sldChg chg="addSp delSp modSp new mod ord modAnim modNotesTx">
        <pc:chgData name="Jong Min Lee" userId="4e210199c17d5953" providerId="LiveId" clId="{8F8216BB-EECE-41BB-8F1A-F9193C6B87BA}" dt="2024-04-01T02:05:25.424" v="8153" actId="20577"/>
        <pc:sldMkLst>
          <pc:docMk/>
          <pc:sldMk cId="579075964" sldId="339"/>
        </pc:sldMkLst>
      </pc:sldChg>
      <pc:sldChg chg="addSp delSp modSp new mod modAnim modNotesTx">
        <pc:chgData name="Jong Min Lee" userId="4e210199c17d5953" providerId="LiveId" clId="{8F8216BB-EECE-41BB-8F1A-F9193C6B87BA}" dt="2024-04-01T05:37:40.524" v="9150" actId="20577"/>
        <pc:sldMkLst>
          <pc:docMk/>
          <pc:sldMk cId="1661514612" sldId="340"/>
        </pc:sldMkLst>
      </pc:sldChg>
      <pc:sldChg chg="addSp delSp modSp new mod ord modAnim">
        <pc:chgData name="Jong Min Lee" userId="4e210199c17d5953" providerId="LiveId" clId="{8F8216BB-EECE-41BB-8F1A-F9193C6B87BA}" dt="2024-04-01T06:22:55.665" v="10071"/>
        <pc:sldMkLst>
          <pc:docMk/>
          <pc:sldMk cId="30505584" sldId="341"/>
        </pc:sldMkLst>
      </pc:sldChg>
      <pc:sldChg chg="addSp modSp new mod ord modAnim modNotesTx">
        <pc:chgData name="Jong Min Lee" userId="4e210199c17d5953" providerId="LiveId" clId="{8F8216BB-EECE-41BB-8F1A-F9193C6B87BA}" dt="2024-04-01T05:56:25.375" v="9670"/>
        <pc:sldMkLst>
          <pc:docMk/>
          <pc:sldMk cId="1712110621" sldId="342"/>
        </pc:sldMkLst>
      </pc:sldChg>
      <pc:sldChg chg="addSp delSp modSp new mod modAnim modNotesTx">
        <pc:chgData name="Jong Min Lee" userId="4e210199c17d5953" providerId="LiveId" clId="{8F8216BB-EECE-41BB-8F1A-F9193C6B87BA}" dt="2024-03-31T22:59:37.960" v="7121" actId="20577"/>
        <pc:sldMkLst>
          <pc:docMk/>
          <pc:sldMk cId="1610354149" sldId="343"/>
        </pc:sldMkLst>
      </pc:sldChg>
      <pc:sldChg chg="addSp delSp modSp new mod modAnim">
        <pc:chgData name="Jong Min Lee" userId="4e210199c17d5953" providerId="LiveId" clId="{8F8216BB-EECE-41BB-8F1A-F9193C6B87BA}" dt="2024-03-31T23:10:02.297" v="7139"/>
        <pc:sldMkLst>
          <pc:docMk/>
          <pc:sldMk cId="2686587726" sldId="344"/>
        </pc:sldMkLst>
      </pc:sldChg>
      <pc:sldChg chg="modSp new mod modAnim modNotesTx">
        <pc:chgData name="Jong Min Lee" userId="4e210199c17d5953" providerId="LiveId" clId="{8F8216BB-EECE-41BB-8F1A-F9193C6B87BA}" dt="2024-04-01T06:29:27.135" v="10116"/>
        <pc:sldMkLst>
          <pc:docMk/>
          <pc:sldMk cId="540598629" sldId="345"/>
        </pc:sldMkLst>
      </pc:sldChg>
      <pc:sldChg chg="modSp new mod ord">
        <pc:chgData name="Jong Min Lee" userId="4e210199c17d5953" providerId="LiveId" clId="{8F8216BB-EECE-41BB-8F1A-F9193C6B87BA}" dt="2024-04-01T05:34:21.779" v="8938"/>
        <pc:sldMkLst>
          <pc:docMk/>
          <pc:sldMk cId="1239024446" sldId="346"/>
        </pc:sldMkLst>
      </pc:sldChg>
      <pc:sldChg chg="modSp new mod modNotesTx">
        <pc:chgData name="Jong Min Lee" userId="4e210199c17d5953" providerId="LiveId" clId="{8F8216BB-EECE-41BB-8F1A-F9193C6B87BA}" dt="2024-04-01T06:08:22.729" v="10030" actId="20577"/>
        <pc:sldMkLst>
          <pc:docMk/>
          <pc:sldMk cId="2212327422" sldId="347"/>
        </pc:sldMkLst>
      </pc:sldChg>
      <pc:sldChg chg="modSp new mod modNotesTx">
        <pc:chgData name="Jong Min Lee" userId="4e210199c17d5953" providerId="LiveId" clId="{8F8216BB-EECE-41BB-8F1A-F9193C6B87BA}" dt="2024-04-01T06:24:07.432" v="10115"/>
        <pc:sldMkLst>
          <pc:docMk/>
          <pc:sldMk cId="3111936461" sldId="348"/>
        </pc:sldMkLst>
      </pc:sldChg>
      <pc:sldChg chg="addSp delSp modSp new mod">
        <pc:chgData name="Jong Min Lee" userId="4e210199c17d5953" providerId="LiveId" clId="{8F8216BB-EECE-41BB-8F1A-F9193C6B87BA}" dt="2024-04-01T07:08:13.641" v="10377" actId="14100"/>
        <pc:sldMkLst>
          <pc:docMk/>
          <pc:sldMk cId="1553545994" sldId="349"/>
        </pc:sldMkLst>
      </pc:sldChg>
      <pc:sldChg chg="add">
        <pc:chgData name="Jong Min Lee" userId="4e210199c17d5953" providerId="LiveId" clId="{8F8216BB-EECE-41BB-8F1A-F9193C6B87BA}" dt="2024-04-01T07:09:16.289" v="10380"/>
        <pc:sldMkLst>
          <pc:docMk/>
          <pc:sldMk cId="3404062880" sldId="350"/>
        </pc:sldMkLst>
      </pc:sldChg>
      <pc:sldChg chg="addSp modSp new mod modAnim modNotesTx">
        <pc:chgData name="Jong Min Lee" userId="4e210199c17d5953" providerId="LiveId" clId="{8F8216BB-EECE-41BB-8F1A-F9193C6B87BA}" dt="2024-04-01T07:46:22.127" v="11315" actId="14100"/>
        <pc:sldMkLst>
          <pc:docMk/>
          <pc:sldMk cId="3241704740" sldId="351"/>
        </pc:sldMkLst>
      </pc:sldChg>
      <pc:sldChg chg="addSp delSp modSp new mod delAnim modAnim">
        <pc:chgData name="Jong Min Lee" userId="4e210199c17d5953" providerId="LiveId" clId="{8F8216BB-EECE-41BB-8F1A-F9193C6B87BA}" dt="2024-04-01T07:52:09.586" v="11320"/>
        <pc:sldMkLst>
          <pc:docMk/>
          <pc:sldMk cId="4211477962" sldId="352"/>
        </pc:sldMkLst>
      </pc:sldChg>
      <pc:sldChg chg="addSp delSp modSp new mod modAnim">
        <pc:chgData name="Jong Min Lee" userId="4e210199c17d5953" providerId="LiveId" clId="{8F8216BB-EECE-41BB-8F1A-F9193C6B87BA}" dt="2024-04-01T08:05:08.368" v="11437"/>
        <pc:sldMkLst>
          <pc:docMk/>
          <pc:sldMk cId="1165954330" sldId="353"/>
        </pc:sldMkLst>
      </pc:sldChg>
      <pc:sldChg chg="modSp new mod">
        <pc:chgData name="Jong Min Lee" userId="4e210199c17d5953" providerId="LiveId" clId="{8F8216BB-EECE-41BB-8F1A-F9193C6B87BA}" dt="2024-04-01T08:09:54.195" v="11623" actId="20577"/>
        <pc:sldMkLst>
          <pc:docMk/>
          <pc:sldMk cId="3724405414" sldId="354"/>
        </pc:sldMkLst>
      </pc:sldChg>
      <pc:sldChg chg="addSp delSp modSp mod modAnim">
        <pc:chgData name="Jong Min Lee" userId="4e210199c17d5953" providerId="LiveId" clId="{8F8216BB-EECE-41BB-8F1A-F9193C6B87BA}" dt="2024-04-01T20:25:57.395" v="11626" actId="1076"/>
        <pc:sldMkLst>
          <pc:docMk/>
          <pc:sldMk cId="1737268157" sldId="355"/>
        </pc:sldMkLst>
      </pc:sldChg>
    </pc:docChg>
  </pc:docChgLst>
  <pc:docChgLst>
    <pc:chgData name="Jong Min Lee" userId="4e210199c17d5953" providerId="LiveId" clId="{F83A7694-3359-4D70-80C7-B27355AD615D}"/>
    <pc:docChg chg="undo custSel addSld delSld modSld sldOrd">
      <pc:chgData name="Jong Min Lee" userId="4e210199c17d5953" providerId="LiveId" clId="{F83A7694-3359-4D70-80C7-B27355AD615D}" dt="2024-12-03T22:48:04.207" v="1343"/>
      <pc:docMkLst>
        <pc:docMk/>
      </pc:docMkLst>
      <pc:sldChg chg="del">
        <pc:chgData name="Jong Min Lee" userId="4e210199c17d5953" providerId="LiveId" clId="{F83A7694-3359-4D70-80C7-B27355AD615D}" dt="2024-11-30T22:06:25.219" v="21" actId="47"/>
        <pc:sldMkLst>
          <pc:docMk/>
          <pc:sldMk cId="3263011306" sldId="260"/>
        </pc:sldMkLst>
      </pc:sldChg>
      <pc:sldChg chg="addSp delSp modSp mod">
        <pc:chgData name="Jong Min Lee" userId="4e210199c17d5953" providerId="LiveId" clId="{F83A7694-3359-4D70-80C7-B27355AD615D}" dt="2024-11-30T22:06:02.173" v="20" actId="1076"/>
        <pc:sldMkLst>
          <pc:docMk/>
          <pc:sldMk cId="4183549958" sldId="262"/>
        </pc:sldMkLst>
        <pc:picChg chg="mod">
          <ac:chgData name="Jong Min Lee" userId="4e210199c17d5953" providerId="LiveId" clId="{F83A7694-3359-4D70-80C7-B27355AD615D}" dt="2024-11-30T22:03:12.226" v="6" actId="1076"/>
          <ac:picMkLst>
            <pc:docMk/>
            <pc:sldMk cId="4183549958" sldId="262"/>
            <ac:picMk id="9" creationId="{AEED590B-8590-6EFD-9088-B31855E4E785}"/>
          </ac:picMkLst>
        </pc:picChg>
      </pc:sldChg>
      <pc:sldChg chg="del">
        <pc:chgData name="Jong Min Lee" userId="4e210199c17d5953" providerId="LiveId" clId="{F83A7694-3359-4D70-80C7-B27355AD615D}" dt="2024-11-30T22:06:32.210" v="22" actId="47"/>
        <pc:sldMkLst>
          <pc:docMk/>
          <pc:sldMk cId="3368298586" sldId="282"/>
        </pc:sldMkLst>
      </pc:sldChg>
      <pc:sldChg chg="addSp delSp modSp mod">
        <pc:chgData name="Jong Min Lee" userId="4e210199c17d5953" providerId="LiveId" clId="{F83A7694-3359-4D70-80C7-B27355AD615D}" dt="2024-12-03T22:34:56.556" v="1334" actId="1076"/>
        <pc:sldMkLst>
          <pc:docMk/>
          <pc:sldMk cId="421372723" sldId="294"/>
        </pc:sldMkLst>
        <pc:spChg chg="add mod">
          <ac:chgData name="Jong Min Lee" userId="4e210199c17d5953" providerId="LiveId" clId="{F83A7694-3359-4D70-80C7-B27355AD615D}" dt="2024-12-03T22:34:52.770" v="1332" actId="478"/>
          <ac:spMkLst>
            <pc:docMk/>
            <pc:sldMk cId="421372723" sldId="294"/>
            <ac:spMk id="4" creationId="{CED64602-ECB7-393A-870C-54F427DD04C0}"/>
          </ac:spMkLst>
        </pc:spChg>
        <pc:picChg chg="add mod">
          <ac:chgData name="Jong Min Lee" userId="4e210199c17d5953" providerId="LiveId" clId="{F83A7694-3359-4D70-80C7-B27355AD615D}" dt="2024-12-03T22:34:56.556" v="1334" actId="1076"/>
          <ac:picMkLst>
            <pc:docMk/>
            <pc:sldMk cId="421372723" sldId="294"/>
            <ac:picMk id="6" creationId="{DBF1B8A7-CB60-8D9B-C2AD-4D4DEFE941FE}"/>
          </ac:picMkLst>
        </pc:picChg>
      </pc:sldChg>
      <pc:sldChg chg="ord">
        <pc:chgData name="Jong Min Lee" userId="4e210199c17d5953" providerId="LiveId" clId="{F83A7694-3359-4D70-80C7-B27355AD615D}" dt="2024-12-03T22:36:25.556" v="1338"/>
        <pc:sldMkLst>
          <pc:docMk/>
          <pc:sldMk cId="4278471861" sldId="296"/>
        </pc:sldMkLst>
      </pc:sldChg>
      <pc:sldChg chg="modSp modAnim">
        <pc:chgData name="Jong Min Lee" userId="4e210199c17d5953" providerId="LiveId" clId="{F83A7694-3359-4D70-80C7-B27355AD615D}" dt="2024-12-01T04:34:51.203" v="99" actId="20577"/>
        <pc:sldMkLst>
          <pc:docMk/>
          <pc:sldMk cId="928757233" sldId="299"/>
        </pc:sldMkLst>
        <pc:spChg chg="mod">
          <ac:chgData name="Jong Min Lee" userId="4e210199c17d5953" providerId="LiveId" clId="{F83A7694-3359-4D70-80C7-B27355AD615D}" dt="2024-12-01T04:34:51.203" v="99" actId="20577"/>
          <ac:spMkLst>
            <pc:docMk/>
            <pc:sldMk cId="928757233" sldId="299"/>
            <ac:spMk id="4" creationId="{1B1F862B-BFB6-1FB3-D845-1341363ED69D}"/>
          </ac:spMkLst>
        </pc:spChg>
      </pc:sldChg>
      <pc:sldChg chg="ord">
        <pc:chgData name="Jong Min Lee" userId="4e210199c17d5953" providerId="LiveId" clId="{F83A7694-3359-4D70-80C7-B27355AD615D}" dt="2024-12-03T22:48:04.207" v="1343"/>
        <pc:sldMkLst>
          <pc:docMk/>
          <pc:sldMk cId="1384460174" sldId="304"/>
        </pc:sldMkLst>
      </pc:sldChg>
      <pc:sldChg chg="modSp mod">
        <pc:chgData name="Jong Min Lee" userId="4e210199c17d5953" providerId="LiveId" clId="{F83A7694-3359-4D70-80C7-B27355AD615D}" dt="2024-11-30T22:10:54.131" v="29" actId="1076"/>
        <pc:sldMkLst>
          <pc:docMk/>
          <pc:sldMk cId="154708642" sldId="314"/>
        </pc:sldMkLst>
      </pc:sldChg>
      <pc:sldChg chg="ord">
        <pc:chgData name="Jong Min Lee" userId="4e210199c17d5953" providerId="LiveId" clId="{F83A7694-3359-4D70-80C7-B27355AD615D}" dt="2024-12-03T22:36:22.245" v="1336"/>
        <pc:sldMkLst>
          <pc:docMk/>
          <pc:sldMk cId="1406795652" sldId="321"/>
        </pc:sldMkLst>
      </pc:sldChg>
      <pc:sldChg chg="ord">
        <pc:chgData name="Jong Min Lee" userId="4e210199c17d5953" providerId="LiveId" clId="{F83A7694-3359-4D70-80C7-B27355AD615D}" dt="2024-12-03T22:29:03.098" v="1324"/>
        <pc:sldMkLst>
          <pc:docMk/>
          <pc:sldMk cId="1704575742" sldId="330"/>
        </pc:sldMkLst>
      </pc:sldChg>
      <pc:sldChg chg="ord">
        <pc:chgData name="Jong Min Lee" userId="4e210199c17d5953" providerId="LiveId" clId="{F83A7694-3359-4D70-80C7-B27355AD615D}" dt="2024-12-03T22:29:01.040" v="1322"/>
        <pc:sldMkLst>
          <pc:docMk/>
          <pc:sldMk cId="2954395877" sldId="331"/>
        </pc:sldMkLst>
      </pc:sldChg>
      <pc:sldChg chg="addSp delSp modSp mod">
        <pc:chgData name="Jong Min Lee" userId="4e210199c17d5953" providerId="LiveId" clId="{F83A7694-3359-4D70-80C7-B27355AD615D}" dt="2024-12-01T04:58:13.346" v="470" actId="20577"/>
        <pc:sldMkLst>
          <pc:docMk/>
          <pc:sldMk cId="2203113833" sldId="333"/>
        </pc:sldMkLst>
      </pc:sldChg>
      <pc:sldChg chg="addSp delSp modSp del mod delAnim">
        <pc:chgData name="Jong Min Lee" userId="4e210199c17d5953" providerId="LiveId" clId="{F83A7694-3359-4D70-80C7-B27355AD615D}" dt="2024-12-03T22:30:55.940" v="1326" actId="2696"/>
        <pc:sldMkLst>
          <pc:docMk/>
          <pc:sldMk cId="579075964" sldId="339"/>
        </pc:sldMkLst>
      </pc:sldChg>
      <pc:sldChg chg="ord">
        <pc:chgData name="Jong Min Lee" userId="4e210199c17d5953" providerId="LiveId" clId="{F83A7694-3359-4D70-80C7-B27355AD615D}" dt="2024-12-01T22:27:21.166" v="761"/>
        <pc:sldMkLst>
          <pc:docMk/>
          <pc:sldMk cId="1661514612" sldId="340"/>
        </pc:sldMkLst>
      </pc:sldChg>
      <pc:sldChg chg="modSp mod">
        <pc:chgData name="Jong Min Lee" userId="4e210199c17d5953" providerId="LiveId" clId="{F83A7694-3359-4D70-80C7-B27355AD615D}" dt="2024-12-01T22:28:13.179" v="762" actId="5793"/>
        <pc:sldMkLst>
          <pc:docMk/>
          <pc:sldMk cId="540598629" sldId="345"/>
        </pc:sldMkLst>
        <pc:spChg chg="mod">
          <ac:chgData name="Jong Min Lee" userId="4e210199c17d5953" providerId="LiveId" clId="{F83A7694-3359-4D70-80C7-B27355AD615D}" dt="2024-12-01T22:28:13.179" v="762" actId="5793"/>
          <ac:spMkLst>
            <pc:docMk/>
            <pc:sldMk cId="540598629" sldId="345"/>
            <ac:spMk id="3" creationId="{22C0304D-8E19-1C91-29A2-29999CB04590}"/>
          </ac:spMkLst>
        </pc:spChg>
      </pc:sldChg>
      <pc:sldChg chg="modSp mod">
        <pc:chgData name="Jong Min Lee" userId="4e210199c17d5953" providerId="LiveId" clId="{F83A7694-3359-4D70-80C7-B27355AD615D}" dt="2024-12-01T19:52:35.298" v="741" actId="20577"/>
        <pc:sldMkLst>
          <pc:docMk/>
          <pc:sldMk cId="1239024446" sldId="346"/>
        </pc:sldMkLst>
        <pc:spChg chg="mod">
          <ac:chgData name="Jong Min Lee" userId="4e210199c17d5953" providerId="LiveId" clId="{F83A7694-3359-4D70-80C7-B27355AD615D}" dt="2024-12-01T19:52:35.298" v="741" actId="20577"/>
          <ac:spMkLst>
            <pc:docMk/>
            <pc:sldMk cId="1239024446" sldId="346"/>
            <ac:spMk id="3" creationId="{FE46D020-C572-68B0-E63F-C9ACFA4674EE}"/>
          </ac:spMkLst>
        </pc:spChg>
      </pc:sldChg>
      <pc:sldChg chg="ord">
        <pc:chgData name="Jong Min Lee" userId="4e210199c17d5953" providerId="LiveId" clId="{F83A7694-3359-4D70-80C7-B27355AD615D}" dt="2024-12-01T22:37:16.757" v="904"/>
        <pc:sldMkLst>
          <pc:docMk/>
          <pc:sldMk cId="1553545994" sldId="349"/>
        </pc:sldMkLst>
      </pc:sldChg>
      <pc:sldChg chg="del ord">
        <pc:chgData name="Jong Min Lee" userId="4e210199c17d5953" providerId="LiveId" clId="{F83A7694-3359-4D70-80C7-B27355AD615D}" dt="2024-12-01T22:36:58.103" v="902" actId="47"/>
        <pc:sldMkLst>
          <pc:docMk/>
          <pc:sldMk cId="3404062880" sldId="350"/>
        </pc:sldMkLst>
      </pc:sldChg>
      <pc:sldChg chg="addSp delSp modSp mod delAnim modAnim">
        <pc:chgData name="Jong Min Lee" userId="4e210199c17d5953" providerId="LiveId" clId="{F83A7694-3359-4D70-80C7-B27355AD615D}" dt="2024-12-03T22:42:05.383" v="1340"/>
        <pc:sldMkLst>
          <pc:docMk/>
          <pc:sldMk cId="1165954330" sldId="353"/>
        </pc:sldMkLst>
        <pc:picChg chg="add mod">
          <ac:chgData name="Jong Min Lee" userId="4e210199c17d5953" providerId="LiveId" clId="{F83A7694-3359-4D70-80C7-B27355AD615D}" dt="2024-12-03T22:42:05.383" v="1340"/>
          <ac:picMkLst>
            <pc:docMk/>
            <pc:sldMk cId="1165954330" sldId="353"/>
            <ac:picMk id="6" creationId="{802BA25A-2D18-64B4-7B7C-E70A58B9F713}"/>
          </ac:picMkLst>
        </pc:picChg>
      </pc:sldChg>
      <pc:sldChg chg="modAnim">
        <pc:chgData name="Jong Min Lee" userId="4e210199c17d5953" providerId="LiveId" clId="{F83A7694-3359-4D70-80C7-B27355AD615D}" dt="2024-12-03T22:44:39.579" v="1341"/>
        <pc:sldMkLst>
          <pc:docMk/>
          <pc:sldMk cId="67548290" sldId="363"/>
        </pc:sldMkLst>
      </pc:sldChg>
      <pc:sldChg chg="modSp mod">
        <pc:chgData name="Jong Min Lee" userId="4e210199c17d5953" providerId="LiveId" clId="{F83A7694-3359-4D70-80C7-B27355AD615D}" dt="2024-12-01T22:38:15.704" v="905" actId="1076"/>
        <pc:sldMkLst>
          <pc:docMk/>
          <pc:sldMk cId="2619914232" sldId="366"/>
        </pc:sldMkLst>
      </pc:sldChg>
      <pc:sldChg chg="addSp delSp modSp mod">
        <pc:chgData name="Jong Min Lee" userId="4e210199c17d5953" providerId="LiveId" clId="{F83A7694-3359-4D70-80C7-B27355AD615D}" dt="2024-12-01T04:42:26.846" v="103" actId="14100"/>
        <pc:sldMkLst>
          <pc:docMk/>
          <pc:sldMk cId="3240860746" sldId="367"/>
        </pc:sldMkLst>
        <pc:picChg chg="add mod">
          <ac:chgData name="Jong Min Lee" userId="4e210199c17d5953" providerId="LiveId" clId="{F83A7694-3359-4D70-80C7-B27355AD615D}" dt="2024-12-01T04:42:26.846" v="103" actId="14100"/>
          <ac:picMkLst>
            <pc:docMk/>
            <pc:sldMk cId="3240860746" sldId="367"/>
            <ac:picMk id="4" creationId="{CB65DFAD-6067-5CCD-4043-0B4CEFFC737D}"/>
          </ac:picMkLst>
        </pc:picChg>
      </pc:sldChg>
      <pc:sldChg chg="del">
        <pc:chgData name="Jong Min Lee" userId="4e210199c17d5953" providerId="LiveId" clId="{F83A7694-3359-4D70-80C7-B27355AD615D}" dt="2024-12-01T04:59:35.659" v="472" actId="47"/>
        <pc:sldMkLst>
          <pc:docMk/>
          <pc:sldMk cId="3589859117" sldId="368"/>
        </pc:sldMkLst>
      </pc:sldChg>
      <pc:sldChg chg="modSp mod">
        <pc:chgData name="Jong Min Lee" userId="4e210199c17d5953" providerId="LiveId" clId="{F83A7694-3359-4D70-80C7-B27355AD615D}" dt="2024-12-01T04:31:18.451" v="75" actId="20577"/>
        <pc:sldMkLst>
          <pc:docMk/>
          <pc:sldMk cId="2370300317" sldId="371"/>
        </pc:sldMkLst>
      </pc:sldChg>
      <pc:sldChg chg="modSp mod ord">
        <pc:chgData name="Jong Min Lee" userId="4e210199c17d5953" providerId="LiveId" clId="{F83A7694-3359-4D70-80C7-B27355AD615D}" dt="2024-12-01T22:55:42.935" v="1251"/>
        <pc:sldMkLst>
          <pc:docMk/>
          <pc:sldMk cId="1383990472" sldId="372"/>
        </pc:sldMkLst>
      </pc:sldChg>
      <pc:sldChg chg="addSp delSp modSp mod">
        <pc:chgData name="Jong Min Lee" userId="4e210199c17d5953" providerId="LiveId" clId="{F83A7694-3359-4D70-80C7-B27355AD615D}" dt="2024-12-01T05:14:47.825" v="706" actId="14100"/>
        <pc:sldMkLst>
          <pc:docMk/>
          <pc:sldMk cId="3996062388" sldId="375"/>
        </pc:sldMkLst>
      </pc:sldChg>
      <pc:sldChg chg="del">
        <pc:chgData name="Jong Min Lee" userId="4e210199c17d5953" providerId="LiveId" clId="{F83A7694-3359-4D70-80C7-B27355AD615D}" dt="2024-11-30T22:07:54.196" v="27" actId="47"/>
        <pc:sldMkLst>
          <pc:docMk/>
          <pc:sldMk cId="146586763" sldId="381"/>
        </pc:sldMkLst>
      </pc:sldChg>
      <pc:sldChg chg="del">
        <pc:chgData name="Jong Min Lee" userId="4e210199c17d5953" providerId="LiveId" clId="{F83A7694-3359-4D70-80C7-B27355AD615D}" dt="2024-11-30T22:07:56.632" v="28" actId="47"/>
        <pc:sldMkLst>
          <pc:docMk/>
          <pc:sldMk cId="970811832" sldId="382"/>
        </pc:sldMkLst>
      </pc:sldChg>
      <pc:sldChg chg="add">
        <pc:chgData name="Jong Min Lee" userId="4e210199c17d5953" providerId="LiveId" clId="{F83A7694-3359-4D70-80C7-B27355AD615D}" dt="2024-11-30T22:02:23.172" v="0"/>
        <pc:sldMkLst>
          <pc:docMk/>
          <pc:sldMk cId="953366610" sldId="384"/>
        </pc:sldMkLst>
      </pc:sldChg>
      <pc:sldChg chg="add del">
        <pc:chgData name="Jong Min Lee" userId="4e210199c17d5953" providerId="LiveId" clId="{F83A7694-3359-4D70-80C7-B27355AD615D}" dt="2024-11-30T22:03:41.837" v="10" actId="47"/>
        <pc:sldMkLst>
          <pc:docMk/>
          <pc:sldMk cId="1747748635" sldId="385"/>
        </pc:sldMkLst>
      </pc:sldChg>
      <pc:sldChg chg="addSp delSp modSp add mod delAnim">
        <pc:chgData name="Jong Min Lee" userId="4e210199c17d5953" providerId="LiveId" clId="{F83A7694-3359-4D70-80C7-B27355AD615D}" dt="2024-12-01T22:34:20.455" v="895" actId="21"/>
        <pc:sldMkLst>
          <pc:docMk/>
          <pc:sldMk cId="3865870995" sldId="385"/>
        </pc:sldMkLst>
      </pc:sldChg>
      <pc:sldChg chg="add">
        <pc:chgData name="Jong Min Lee" userId="4e210199c17d5953" providerId="LiveId" clId="{F83A7694-3359-4D70-80C7-B27355AD615D}" dt="2024-11-30T22:04:27.986" v="11"/>
        <pc:sldMkLst>
          <pc:docMk/>
          <pc:sldMk cId="1460333325" sldId="386"/>
        </pc:sldMkLst>
      </pc:sldChg>
      <pc:sldChg chg="add">
        <pc:chgData name="Jong Min Lee" userId="4e210199c17d5953" providerId="LiveId" clId="{F83A7694-3359-4D70-80C7-B27355AD615D}" dt="2024-11-30T22:07:24.036" v="25"/>
        <pc:sldMkLst>
          <pc:docMk/>
          <pc:sldMk cId="1469568943" sldId="387"/>
        </pc:sldMkLst>
      </pc:sldChg>
      <pc:sldChg chg="new del">
        <pc:chgData name="Jong Min Lee" userId="4e210199c17d5953" providerId="LiveId" clId="{F83A7694-3359-4D70-80C7-B27355AD615D}" dt="2024-12-01T04:59:06.459" v="471" actId="47"/>
        <pc:sldMkLst>
          <pc:docMk/>
          <pc:sldMk cId="585353221" sldId="388"/>
        </pc:sldMkLst>
      </pc:sldChg>
      <pc:sldChg chg="addSp delSp modSp new mod delAnim modAnim">
        <pc:chgData name="Jong Min Lee" userId="4e210199c17d5953" providerId="LiveId" clId="{F83A7694-3359-4D70-80C7-B27355AD615D}" dt="2024-12-03T22:33:10.625" v="1331" actId="14100"/>
        <pc:sldMkLst>
          <pc:docMk/>
          <pc:sldMk cId="3465631661" sldId="388"/>
        </pc:sldMkLst>
      </pc:sldChg>
      <pc:sldChg chg="addSp delSp modSp new mod modAnim">
        <pc:chgData name="Jong Min Lee" userId="4e210199c17d5953" providerId="LiveId" clId="{F83A7694-3359-4D70-80C7-B27355AD615D}" dt="2024-12-01T22:34:25.130" v="897" actId="1076"/>
        <pc:sldMkLst>
          <pc:docMk/>
          <pc:sldMk cId="3804056273" sldId="389"/>
        </pc:sldMkLst>
        <pc:spChg chg="add mod">
          <ac:chgData name="Jong Min Lee" userId="4e210199c17d5953" providerId="LiveId" clId="{F83A7694-3359-4D70-80C7-B27355AD615D}" dt="2024-12-01T22:34:25.130" v="897" actId="1076"/>
          <ac:spMkLst>
            <pc:docMk/>
            <pc:sldMk cId="3804056273" sldId="389"/>
            <ac:spMk id="4" creationId="{FA72E98E-C473-28EA-FEE9-BD48C5437C71}"/>
          </ac:spMkLst>
        </pc:spChg>
        <pc:spChg chg="add mod">
          <ac:chgData name="Jong Min Lee" userId="4e210199c17d5953" providerId="LiveId" clId="{F83A7694-3359-4D70-80C7-B27355AD615D}" dt="2024-12-01T22:33:31.418" v="886" actId="14100"/>
          <ac:spMkLst>
            <pc:docMk/>
            <pc:sldMk cId="3804056273" sldId="389"/>
            <ac:spMk id="5" creationId="{19CB21E0-B4C1-7CC6-2632-C7A6C8D5EC47}"/>
          </ac:spMkLst>
        </pc:spChg>
        <pc:graphicFrameChg chg="add mod">
          <ac:chgData name="Jong Min Lee" userId="4e210199c17d5953" providerId="LiveId" clId="{F83A7694-3359-4D70-80C7-B27355AD615D}" dt="2024-12-01T22:33:49.521" v="889" actId="1076"/>
          <ac:graphicFrameMkLst>
            <pc:docMk/>
            <pc:sldMk cId="3804056273" sldId="389"/>
            <ac:graphicFrameMk id="7" creationId="{B3BCD7ED-D6C6-50CF-8595-813F1B7FB38D}"/>
          </ac:graphicFrameMkLst>
        </pc:graphicFrameChg>
        <pc:cxnChg chg="add mod">
          <ac:chgData name="Jong Min Lee" userId="4e210199c17d5953" providerId="LiveId" clId="{F83A7694-3359-4D70-80C7-B27355AD615D}" dt="2024-12-01T22:34:11.821" v="893" actId="1076"/>
          <ac:cxnSpMkLst>
            <pc:docMk/>
            <pc:sldMk cId="3804056273" sldId="389"/>
            <ac:cxnSpMk id="6" creationId="{3D0424DF-1868-F121-8BBC-EC75D163C1D6}"/>
          </ac:cxnSpMkLst>
        </pc:cxnChg>
      </pc:sldChg>
      <pc:sldChg chg="delSp modSp add mod">
        <pc:chgData name="Jong Min Lee" userId="4e210199c17d5953" providerId="LiveId" clId="{F83A7694-3359-4D70-80C7-B27355AD615D}" dt="2024-12-01T22:35:21.125" v="901" actId="1076"/>
        <pc:sldMkLst>
          <pc:docMk/>
          <pc:sldMk cId="3819050026" sldId="390"/>
        </pc:sldMkLst>
        <pc:picChg chg="mod">
          <ac:chgData name="Jong Min Lee" userId="4e210199c17d5953" providerId="LiveId" clId="{F83A7694-3359-4D70-80C7-B27355AD615D}" dt="2024-12-01T22:35:21.125" v="901" actId="1076"/>
          <ac:picMkLst>
            <pc:docMk/>
            <pc:sldMk cId="3819050026" sldId="390"/>
            <ac:picMk id="4" creationId="{639F06A2-4046-73F0-C56F-277E43B5ED90}"/>
          </ac:picMkLst>
        </pc:picChg>
        <pc:picChg chg="mod">
          <ac:chgData name="Jong Min Lee" userId="4e210199c17d5953" providerId="LiveId" clId="{F83A7694-3359-4D70-80C7-B27355AD615D}" dt="2024-12-01T22:35:18.581" v="900" actId="1076"/>
          <ac:picMkLst>
            <pc:docMk/>
            <pc:sldMk cId="3819050026" sldId="390"/>
            <ac:picMk id="6" creationId="{78406D70-E259-7885-A0D5-564782C8191C}"/>
          </ac:picMkLst>
        </pc:picChg>
      </pc:sldChg>
      <pc:sldChg chg="modSp new mod ord">
        <pc:chgData name="Jong Min Lee" userId="4e210199c17d5953" providerId="LiveId" clId="{F83A7694-3359-4D70-80C7-B27355AD615D}" dt="2024-12-03T07:28:09.006" v="1314"/>
        <pc:sldMkLst>
          <pc:docMk/>
          <pc:sldMk cId="1245195282" sldId="391"/>
        </pc:sldMkLst>
      </pc:sldChg>
      <pc:sldChg chg="modSp new mod">
        <pc:chgData name="Jong Min Lee" userId="4e210199c17d5953" providerId="LiveId" clId="{F83A7694-3359-4D70-80C7-B27355AD615D}" dt="2024-12-01T22:49:47.564" v="1041"/>
        <pc:sldMkLst>
          <pc:docMk/>
          <pc:sldMk cId="2232125504" sldId="392"/>
        </pc:sldMkLst>
      </pc:sldChg>
      <pc:sldChg chg="modSp new mod">
        <pc:chgData name="Jong Min Lee" userId="4e210199c17d5953" providerId="LiveId" clId="{F83A7694-3359-4D70-80C7-B27355AD615D}" dt="2024-12-01T22:50:22.617" v="1070"/>
        <pc:sldMkLst>
          <pc:docMk/>
          <pc:sldMk cId="1980654995" sldId="393"/>
        </pc:sldMkLst>
      </pc:sldChg>
      <pc:sldChg chg="addSp modSp new mod ord">
        <pc:chgData name="Jong Min Lee" userId="4e210199c17d5953" providerId="LiveId" clId="{F83A7694-3359-4D70-80C7-B27355AD615D}" dt="2024-12-03T07:28:25.711" v="1320"/>
        <pc:sldMkLst>
          <pc:docMk/>
          <pc:sldMk cId="3750917277" sldId="394"/>
        </pc:sldMkLst>
        <pc:spChg chg="mod">
          <ac:chgData name="Jong Min Lee" userId="4e210199c17d5953" providerId="LiveId" clId="{F83A7694-3359-4D70-80C7-B27355AD615D}" dt="2024-12-01T22:53:41.949" v="1092" actId="313"/>
          <ac:spMkLst>
            <pc:docMk/>
            <pc:sldMk cId="3750917277" sldId="394"/>
            <ac:spMk id="2" creationId="{A75A86F9-4230-FC9A-DB93-5B51DEBED0C9}"/>
          </ac:spMkLst>
        </pc:spChg>
        <pc:spChg chg="mod">
          <ac:chgData name="Jong Min Lee" userId="4e210199c17d5953" providerId="LiveId" clId="{F83A7694-3359-4D70-80C7-B27355AD615D}" dt="2024-12-01T22:54:29.819" v="1245" actId="20577"/>
          <ac:spMkLst>
            <pc:docMk/>
            <pc:sldMk cId="3750917277" sldId="394"/>
            <ac:spMk id="3" creationId="{7511DB8C-E9E2-609C-0E05-D255BE969D31}"/>
          </ac:spMkLst>
        </pc:spChg>
        <pc:picChg chg="add mod">
          <ac:chgData name="Jong Min Lee" userId="4e210199c17d5953" providerId="LiveId" clId="{F83A7694-3359-4D70-80C7-B27355AD615D}" dt="2024-12-01T22:55:06.910" v="1248" actId="1076"/>
          <ac:picMkLst>
            <pc:docMk/>
            <pc:sldMk cId="3750917277" sldId="394"/>
            <ac:picMk id="5" creationId="{D1872B33-A6AA-A56A-9923-7D01341C1EF6}"/>
          </ac:picMkLst>
        </pc:picChg>
      </pc:sldChg>
      <pc:sldChg chg="modSp new mod ord">
        <pc:chgData name="Jong Min Lee" userId="4e210199c17d5953" providerId="LiveId" clId="{F83A7694-3359-4D70-80C7-B27355AD615D}" dt="2024-12-03T07:28:14.016" v="1316"/>
        <pc:sldMkLst>
          <pc:docMk/>
          <pc:sldMk cId="666296569" sldId="395"/>
        </pc:sldMkLst>
        <pc:spChg chg="mod">
          <ac:chgData name="Jong Min Lee" userId="4e210199c17d5953" providerId="LiveId" clId="{F83A7694-3359-4D70-80C7-B27355AD615D}" dt="2024-12-03T07:25:30.933" v="1273" actId="20577"/>
          <ac:spMkLst>
            <pc:docMk/>
            <pc:sldMk cId="666296569" sldId="395"/>
            <ac:spMk id="2" creationId="{47236F5E-5B8F-EE47-9656-FD85405414A4}"/>
          </ac:spMkLst>
        </pc:spChg>
        <pc:spChg chg="mod">
          <ac:chgData name="Jong Min Lee" userId="4e210199c17d5953" providerId="LiveId" clId="{F83A7694-3359-4D70-80C7-B27355AD615D}" dt="2024-12-03T07:27:31.870" v="1308" actId="20577"/>
          <ac:spMkLst>
            <pc:docMk/>
            <pc:sldMk cId="666296569" sldId="395"/>
            <ac:spMk id="3" creationId="{30140703-8B51-094A-5885-F48FDD839486}"/>
          </ac:spMkLst>
        </pc:spChg>
      </pc:sldChg>
    </pc:docChg>
  </pc:docChgLst>
  <pc:docChgLst>
    <pc:chgData name="Jong Min Lee" userId="4e210199c17d5953" providerId="LiveId" clId="{39350521-5AB7-4B47-AC3C-C05103763B6B}"/>
    <pc:docChg chg="addSld delSld modSld">
      <pc:chgData name="Jong Min Lee" userId="4e210199c17d5953" providerId="LiveId" clId="{39350521-5AB7-4B47-AC3C-C05103763B6B}" dt="2025-02-14T03:11:58.836" v="26"/>
      <pc:docMkLst>
        <pc:docMk/>
      </pc:docMkLst>
      <pc:sldChg chg="del">
        <pc:chgData name="Jong Min Lee" userId="4e210199c17d5953" providerId="LiveId" clId="{39350521-5AB7-4B47-AC3C-C05103763B6B}" dt="2025-02-11T07:47:33.542" v="19" actId="47"/>
        <pc:sldMkLst>
          <pc:docMk/>
          <pc:sldMk cId="1712110621" sldId="342"/>
        </pc:sldMkLst>
      </pc:sldChg>
      <pc:sldChg chg="modSp mod">
        <pc:chgData name="Jong Min Lee" userId="4e210199c17d5953" providerId="LiveId" clId="{39350521-5AB7-4B47-AC3C-C05103763B6B}" dt="2025-02-11T07:47:09.033" v="18" actId="20577"/>
        <pc:sldMkLst>
          <pc:docMk/>
          <pc:sldMk cId="2212327422" sldId="347"/>
        </pc:sldMkLst>
        <pc:spChg chg="mod">
          <ac:chgData name="Jong Min Lee" userId="4e210199c17d5953" providerId="LiveId" clId="{39350521-5AB7-4B47-AC3C-C05103763B6B}" dt="2025-02-11T07:47:09.033" v="18" actId="20577"/>
          <ac:spMkLst>
            <pc:docMk/>
            <pc:sldMk cId="2212327422" sldId="347"/>
            <ac:spMk id="3" creationId="{602667DF-EDE2-353F-A9E6-908B18B1306E}"/>
          </ac:spMkLst>
        </pc:spChg>
      </pc:sldChg>
      <pc:sldChg chg="modSp mod">
        <pc:chgData name="Jong Min Lee" userId="4e210199c17d5953" providerId="LiveId" clId="{39350521-5AB7-4B47-AC3C-C05103763B6B}" dt="2025-02-11T07:47:49.372" v="25" actId="20577"/>
        <pc:sldMkLst>
          <pc:docMk/>
          <pc:sldMk cId="3111936461" sldId="348"/>
        </pc:sldMkLst>
        <pc:spChg chg="mod">
          <ac:chgData name="Jong Min Lee" userId="4e210199c17d5953" providerId="LiveId" clId="{39350521-5AB7-4B47-AC3C-C05103763B6B}" dt="2025-02-11T07:47:49.372" v="25" actId="20577"/>
          <ac:spMkLst>
            <pc:docMk/>
            <pc:sldMk cId="3111936461" sldId="348"/>
            <ac:spMk id="3" creationId="{3D0176C1-CD40-2767-48DD-82351B1D058E}"/>
          </ac:spMkLst>
        </pc:spChg>
      </pc:sldChg>
      <pc:sldChg chg="add">
        <pc:chgData name="Jong Min Lee" userId="4e210199c17d5953" providerId="LiveId" clId="{39350521-5AB7-4B47-AC3C-C05103763B6B}" dt="2025-02-14T03:11:58.836" v="26"/>
        <pc:sldMkLst>
          <pc:docMk/>
          <pc:sldMk cId="201959113" sldId="4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5FD7E2-64F9-45CB-A0B3-06A64DCC1AC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C3897-58CB-4CE3-B390-0026AC6E3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10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라이프니츠의 물레방아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C3897-58CB-4CE3-B390-0026AC6E3D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44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10%</a:t>
            </a:r>
            <a:r>
              <a:rPr lang="ko-KR" altLang="en-US" dirty="0"/>
              <a:t>가 되면 </a:t>
            </a:r>
            <a:r>
              <a:rPr lang="en-US" altLang="ko-KR" dirty="0"/>
              <a:t>–</a:t>
            </a:r>
            <a:r>
              <a:rPr lang="ko-KR" altLang="en-US" dirty="0"/>
              <a:t> 사람이 </a:t>
            </a:r>
            <a:r>
              <a:rPr lang="en-US" altLang="ko-KR" dirty="0"/>
              <a:t>0..1</a:t>
            </a:r>
            <a:r>
              <a:rPr lang="ko-KR" altLang="en-US" dirty="0"/>
              <a:t>으로 셋팅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C3897-58CB-4CE3-B390-0026AC6E3D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280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한국에서는 학습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C3897-58CB-4CE3-B390-0026AC6E3D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8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천</a:t>
            </a:r>
            <a:r>
              <a:rPr lang="en-US" altLang="ko-KR" dirty="0"/>
              <a:t>7</a:t>
            </a:r>
            <a:r>
              <a:rPr lang="ko-KR" altLang="en-US" dirty="0"/>
              <a:t>백</a:t>
            </a:r>
            <a:r>
              <a:rPr lang="en-US" altLang="ko-KR" dirty="0"/>
              <a:t>5</a:t>
            </a:r>
            <a:r>
              <a:rPr lang="ko-KR" altLang="en-US" dirty="0"/>
              <a:t>십억개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45TB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C3897-58CB-4CE3-B390-0026AC6E3D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83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C3897-58CB-4CE3-B390-0026AC6E3DE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92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8808-26D1-4F4B-96F4-F3082078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008" y="1122362"/>
            <a:ext cx="8816632" cy="357155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0C639-B0CD-4365-98A9-C1E5FF6CF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008" y="5521960"/>
            <a:ext cx="8816632" cy="94487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0C52-E6BB-4B27-B5D8-2D33B24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C649-4A0C-4EF2-8FC1-2BCF0BF9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03F2-D0FE-49BB-8AEC-E99C4DB2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A7CC8F-56A6-423D-B67A-8BA89D3EC911}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5593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69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F01F-198D-4AAD-B4FB-AD3B4498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9438640" cy="4114800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CC2B-311B-4FB6-B3A5-26F6805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217160"/>
            <a:ext cx="9438640" cy="802640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CB73D-2D6B-4FA6-89A4-DCC89F80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C188-FF43-44C1-A005-679168D5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1188-DA27-47B2-8176-31193EEC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86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5A25-7E99-42A8-8D6D-648EFE2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01DC-62B7-42BD-A941-D34E92719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5C5C1-4FD4-4958-99A0-BDADECA3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1B234-5D54-44E5-B41D-B205AAF5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7BCDB-6B96-45D6-B5E9-823A96EB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C5F-F16F-4AFD-98D1-FA3BB96A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26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4C1F-0040-4BBF-81A6-FD2E3063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7978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94A7-1DA1-44C1-8ED0-71627943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24035"/>
            <a:ext cx="4997132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AB945-31E2-4B60-9076-CBB8F859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4997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B3EA-2E84-4B8B-A104-81BD57742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5080" y="1824035"/>
            <a:ext cx="5000308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11AB8-302C-476E-B80A-AA739911E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0" y="2505075"/>
            <a:ext cx="50003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47C29-FE34-4E6E-9921-78C54673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6B420-A9CE-4BB6-A653-5C3ABC7D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DF8FE-1179-4798-B16D-AF1DFA26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9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6F1A-0A68-4048-808F-CD7A9F3B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592"/>
            <a:ext cx="10515600" cy="157322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CB3E6-5365-48F5-8D2A-0B002BA3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8EE9-4D97-4B2F-8D38-41CB9EE7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C5952-0A27-4FAB-A3FD-1200378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014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08427-909D-4679-9192-BC99557A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E39A6-1E09-42B5-85B4-7E8B5AB2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8940-01DD-4C97-8649-E01C3B0E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733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3B3D-D568-40B4-A73A-1C8EA9AB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1818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6EB3-917A-43B7-85BB-D00B5D2F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798" y="987425"/>
            <a:ext cx="5840589" cy="5032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C029-3BC1-4637-A7F9-BC786DC26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72360"/>
            <a:ext cx="3691817" cy="34966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0B948-89C5-4AC5-B7A0-17136F5C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C8C5-652F-46CB-BD26-E262B05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B50CB-E91F-4B71-81F0-800F2B51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69B885-FDB8-4C62-A285-A0CDC49A6B0C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973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941E-6445-4840-81AE-104EF7A4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6652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8B866-E32B-4AE7-AEF3-6974AE328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838200"/>
            <a:ext cx="560323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BB7A-E157-499A-B224-C2313181F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67280"/>
            <a:ext cx="3696652" cy="35017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7283-E2B8-405E-BB6E-9F121140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21F05-EB94-417F-B19B-96FF3D9E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C3C7-B6DB-4064-8E66-9FB770C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233FA-220A-423F-907E-5F81526A28A0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4804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6D52-667C-4E67-9038-A0BDFD8C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72AC-0272-475A-BD25-2AB7AC1DE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FBFF2-9ECB-4CDD-87FA-9DD1F87B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12B3-DAF5-4BA7-A3A6-D028471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71AE-4A11-4035-A072-9AC4053F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32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52E95-2F50-48D3-B00E-4C259644E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50174" y="838199"/>
            <a:ext cx="2303626" cy="5338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17C9B-4E02-49C8-B6DF-65ED3C990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8199"/>
            <a:ext cx="7734300" cy="5338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A10C-AC31-4D80-B78F-08E48CD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B5B7-F312-4BC9-A5D3-72E065D1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E489-5442-4698-B6E3-3421A97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3A7E1-F157-4338-B7F7-9C0A2D60B7FF}"/>
              </a:ext>
            </a:extLst>
          </p:cNvPr>
          <p:cNvCxnSpPr>
            <a:cxnSpLocks/>
          </p:cNvCxnSpPr>
          <p:nvPr/>
        </p:nvCxnSpPr>
        <p:spPr>
          <a:xfrm>
            <a:off x="881133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349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94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A9327B-0F60-46E3-AD80-CE7383856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657CB1-8E7F-0123-C9E1-A76A5DB5E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1082" y="4660681"/>
            <a:ext cx="9689834" cy="1125050"/>
          </a:xfrm>
        </p:spPr>
        <p:txBody>
          <a:bodyPr anchor="b">
            <a:normAutofit/>
          </a:bodyPr>
          <a:lstStyle/>
          <a:p>
            <a:pPr algn="ctr"/>
            <a:r>
              <a:rPr lang="en-US" sz="4400" dirty="0"/>
              <a:t>Simple AI Literacy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453DBD-F4D7-6A25-4571-D0BBCC2B1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8997" y="5866227"/>
            <a:ext cx="8314005" cy="69635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From Father for my family</a:t>
            </a:r>
          </a:p>
        </p:txBody>
      </p:sp>
      <p:pic>
        <p:nvPicPr>
          <p:cNvPr id="4" name="Picture 3" descr="Complex maths formulae on a blackboard">
            <a:extLst>
              <a:ext uri="{FF2B5EF4-FFF2-40B4-BE49-F238E27FC236}">
                <a16:creationId xmlns:a16="http://schemas.microsoft.com/office/drawing/2014/main" id="{27209402-443B-674D-81EA-E2CF7CCBC8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549" b="19078"/>
          <a:stretch/>
        </p:blipFill>
        <p:spPr>
          <a:xfrm>
            <a:off x="20" y="1"/>
            <a:ext cx="12191980" cy="43053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1C99D0-461D-4A91-81EF-CCCD798B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3053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85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AE944-086A-A182-67AF-9A6E184D1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지능 </a:t>
            </a:r>
            <a:r>
              <a:rPr lang="en-US" altLang="ko-KR" dirty="0"/>
              <a:t>– Intelligence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0304D-8E19-1C91-29A2-29999CB04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아리스토텔레스 </a:t>
            </a:r>
            <a:r>
              <a:rPr lang="en-US" altLang="ko-KR" dirty="0"/>
              <a:t>– </a:t>
            </a:r>
            <a:r>
              <a:rPr lang="ko-KR" altLang="en-US" dirty="0"/>
              <a:t>인간의 본질적 특징</a:t>
            </a:r>
            <a:endParaRPr lang="en-US" altLang="ko-KR" dirty="0"/>
          </a:p>
          <a:p>
            <a:pPr lvl="1"/>
            <a:r>
              <a:rPr lang="ko-KR" altLang="en-US" dirty="0"/>
              <a:t>목적과 행위의 결과에 대한 지식 사이의 논리적 연결</a:t>
            </a:r>
            <a:endParaRPr lang="en-US" altLang="ko-KR" dirty="0"/>
          </a:p>
          <a:p>
            <a:r>
              <a:rPr lang="ko-KR" altLang="en-US" dirty="0"/>
              <a:t>토마스 아퀴나스 </a:t>
            </a:r>
            <a:r>
              <a:rPr lang="en-US" altLang="ko-KR" dirty="0"/>
              <a:t>– </a:t>
            </a:r>
            <a:r>
              <a:rPr lang="ko-KR" altLang="en-US" dirty="0"/>
              <a:t>하나님이 부여한 영혼의 능력</a:t>
            </a:r>
            <a:endParaRPr lang="en-US" altLang="ko-KR" dirty="0"/>
          </a:p>
          <a:p>
            <a:pPr lvl="1"/>
            <a:r>
              <a:rPr lang="ko-KR" altLang="en-US" dirty="0"/>
              <a:t>원형지성</a:t>
            </a:r>
            <a:r>
              <a:rPr lang="en-US" altLang="ko-KR" dirty="0"/>
              <a:t>, </a:t>
            </a:r>
            <a:r>
              <a:rPr lang="ko-KR" altLang="en-US" dirty="0"/>
              <a:t>모형지성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</a:t>
            </a:r>
          </a:p>
          <a:p>
            <a:r>
              <a:rPr lang="ko-KR" altLang="en-US" dirty="0"/>
              <a:t>지적행위자</a:t>
            </a:r>
            <a:r>
              <a:rPr lang="en-US" altLang="ko-KR" dirty="0"/>
              <a:t>(Intelligent Agent)</a:t>
            </a:r>
          </a:p>
          <a:p>
            <a:pPr lvl="1"/>
            <a:r>
              <a:rPr lang="ko-KR" altLang="en-US" dirty="0"/>
              <a:t>목적</a:t>
            </a:r>
            <a:r>
              <a:rPr lang="en-US" altLang="ko-KR" dirty="0"/>
              <a:t>, </a:t>
            </a:r>
            <a:r>
              <a:rPr lang="ko-KR" altLang="en-US" dirty="0"/>
              <a:t>주변환경</a:t>
            </a:r>
            <a:r>
              <a:rPr lang="en-US" altLang="ko-KR" dirty="0"/>
              <a:t>, </a:t>
            </a:r>
            <a:r>
              <a:rPr lang="ko-KR" altLang="en-US" dirty="0"/>
              <a:t>행동</a:t>
            </a:r>
            <a:r>
              <a:rPr lang="en-US" altLang="ko-KR" dirty="0"/>
              <a:t>, </a:t>
            </a:r>
            <a:r>
              <a:rPr lang="ko-KR" altLang="en-US" dirty="0"/>
              <a:t>결과</a:t>
            </a:r>
            <a:r>
              <a:rPr lang="en-US" altLang="ko-KR" dirty="0"/>
              <a:t>, </a:t>
            </a:r>
            <a:r>
              <a:rPr lang="ko-KR" altLang="en-US" dirty="0"/>
              <a:t>재학습</a:t>
            </a:r>
            <a:endParaRPr lang="en-US" altLang="ko-KR" dirty="0"/>
          </a:p>
          <a:p>
            <a:pPr lvl="1"/>
            <a:r>
              <a:rPr lang="ko-KR" altLang="en-US" dirty="0"/>
              <a:t>목적을 달성하기 위해 필요한 행동을 계획하고 실행하는 능력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598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FBFD7-BB8D-7838-25B0-84E8BAA7F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27FC-7141-E459-5617-E009C9FD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B73056-FB60-822E-2E2B-B08B5D255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137" y="2043113"/>
            <a:ext cx="4467225" cy="33528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D47F5C-14A5-64F9-F4AA-4DCEF87FE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539" y="1276350"/>
            <a:ext cx="4517886" cy="30146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4D159C-3B41-F47C-7B1B-835A5289F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578" y="3705225"/>
            <a:ext cx="274320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68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A7E31-B33D-5EAD-BE3A-78AAE7123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2BB0D-96FF-628A-FA8D-FF6D9016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747862B-38EB-864A-386F-0B66FCBD3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309" y="2465729"/>
            <a:ext cx="3671165" cy="280246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F7F933-B6CC-DA2F-E345-0DEE57F6D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681" y="2466562"/>
            <a:ext cx="3025919" cy="27908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4294F7-89C8-AB5E-8ECA-1A18B9028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335" y="2465729"/>
            <a:ext cx="2526866" cy="263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6C868-4ADF-56C5-DB32-BD560FDE1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 conditioner panel</a:t>
            </a:r>
          </a:p>
        </p:txBody>
      </p:sp>
      <p:pic>
        <p:nvPicPr>
          <p:cNvPr id="1026" name="Picture 2" descr="Old Air Conditioner Control Panel ...">
            <a:extLst>
              <a:ext uri="{FF2B5EF4-FFF2-40B4-BE49-F238E27FC236}">
                <a16:creationId xmlns:a16="http://schemas.microsoft.com/office/drawing/2014/main" id="{A8B79EAB-6D7F-5A69-123B-67AA384F49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1819961"/>
            <a:ext cx="6838950" cy="494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7244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A4E6-7936-4263-F1FD-FACB8E5D9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– Rule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FC29DA-010E-85FF-C315-96BB8A8D9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00850" y="2062163"/>
            <a:ext cx="5390300" cy="4114800"/>
          </a:xfrm>
        </p:spPr>
      </p:pic>
    </p:spTree>
    <p:extLst>
      <p:ext uri="{BB962C8B-B14F-4D97-AF65-F5344CB8AC3E}">
        <p14:creationId xmlns:p14="http://schemas.microsoft.com/office/powerpoint/2010/main" val="3167013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9A4C-1FC6-01E9-9F6F-E82437407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– Machine learning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8BC50E-696D-81A1-B1FD-42F2306097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63711" y="2062163"/>
            <a:ext cx="7864577" cy="4114800"/>
          </a:xfrm>
        </p:spPr>
      </p:pic>
    </p:spTree>
    <p:extLst>
      <p:ext uri="{BB962C8B-B14F-4D97-AF65-F5344CB8AC3E}">
        <p14:creationId xmlns:p14="http://schemas.microsoft.com/office/powerpoint/2010/main" val="623096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A6EA6-1FF8-D05B-0E7E-99BC56780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번역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516E2DB-9CAF-069D-564C-A6A8ED43D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70FA11-BBAB-E860-5777-0AEEFE250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1392" y="2090044"/>
            <a:ext cx="4016040" cy="418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61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73BD1-D45A-49D4-9B51-877B5EF4E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89D57-A28E-0F10-3D91-861A65F08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327460E-B51E-121C-31D4-F3ED2FB7CD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309" y="2465729"/>
            <a:ext cx="3671165" cy="280246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F35BC-2DCE-77A7-850E-F235C85EC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681" y="2466562"/>
            <a:ext cx="3025919" cy="27908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4F761D-0795-3214-CB41-84E63E37A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335" y="2465729"/>
            <a:ext cx="2526866" cy="2631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907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94693-1A82-6334-ECDC-EA66A90E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AF8C661-D8C5-1201-9536-255FA96A8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DD30E3-6346-3473-E216-A39990969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903" y="3480955"/>
            <a:ext cx="914400" cy="21240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65DFAD-6067-5CCD-4043-0B4CEFFC7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060" y="623452"/>
            <a:ext cx="7528560" cy="569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6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rchwayVTI">
  <a:themeElements>
    <a:clrScheme name="Office">
      <a:dk1>
        <a:srgbClr val="000000"/>
      </a:dk1>
      <a:lt1>
        <a:srgbClr val="FFFFFF"/>
      </a:lt1>
      <a:dk2>
        <a:srgbClr val="1D242E"/>
      </a:dk2>
      <a:lt2>
        <a:srgbClr val="F2F1F1"/>
      </a:lt2>
      <a:accent1>
        <a:srgbClr val="4472C4"/>
      </a:accent1>
      <a:accent2>
        <a:srgbClr val="ED7D31"/>
      </a:accent2>
      <a:accent3>
        <a:srgbClr val="A3A3A3"/>
      </a:accent3>
      <a:accent4>
        <a:srgbClr val="CF9B00"/>
      </a:accent4>
      <a:accent5>
        <a:srgbClr val="5B9BD5"/>
      </a:accent5>
      <a:accent6>
        <a:srgbClr val="70AD47"/>
      </a:accent6>
      <a:hlink>
        <a:srgbClr val="D26012"/>
      </a:hlink>
      <a:folHlink>
        <a:srgbClr val="9A5879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VTI" id="{309F1D27-9968-4F93-BA7C-3666A757FD2E}" vid="{76D8E8FD-8787-4E56-A14A-C28BF58ABE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60D7F96D718740A40A698659557725" ma:contentTypeVersion="0" ma:contentTypeDescription="Create a new document." ma:contentTypeScope="" ma:versionID="9ae39ea669200834c81a2874b9dddb3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7374BA-700C-4EB8-A0EA-D81C4C3F45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AF0451-5809-4C5D-8AF9-D68B46DBF68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F9663B7-C3CC-451A-89B0-6EFE7575C7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24364</TotalTime>
  <Words>99</Words>
  <Application>Microsoft Office PowerPoint</Application>
  <PresentationFormat>Widescreen</PresentationFormat>
  <Paragraphs>28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Felix Titling</vt:lpstr>
      <vt:lpstr>Goudy Old Style</vt:lpstr>
      <vt:lpstr>ArchwayVTI</vt:lpstr>
      <vt:lpstr>Simple AI Literacy</vt:lpstr>
      <vt:lpstr>지능 – Intelligence</vt:lpstr>
      <vt:lpstr>parameters</vt:lpstr>
      <vt:lpstr>AI</vt:lpstr>
      <vt:lpstr>Air conditioner panel</vt:lpstr>
      <vt:lpstr>AI – Rule</vt:lpstr>
      <vt:lpstr>AI – Machine learning</vt:lpstr>
      <vt:lpstr>번역</vt:lpstr>
      <vt:lpstr>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AI Literacy</dc:title>
  <dc:creator>Jongmin Lee</dc:creator>
  <cp:lastModifiedBy>Jongmin Lee</cp:lastModifiedBy>
  <cp:revision>5</cp:revision>
  <dcterms:created xsi:type="dcterms:W3CDTF">2023-06-28T23:35:56Z</dcterms:created>
  <dcterms:modified xsi:type="dcterms:W3CDTF">2026-08-01T02:14:40Z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0x010100B960D7F96D718740A40A698659557725</vt:lpwstr>
  </property>
</Properties>
</file>